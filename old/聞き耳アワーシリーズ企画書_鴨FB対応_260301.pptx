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6" r:id="rId4"/>
    <p:sldId id="258" r:id="rId5"/>
    <p:sldId id="259" r:id="rId6"/>
    <p:sldId id="264" r:id="rId7"/>
    <p:sldId id="260" r:id="rId8"/>
    <p:sldId id="261" r:id="rId9"/>
    <p:sldId id="262" r:id="rId10"/>
    <p:sldId id="263" r:id="rId11"/>
    <p:sldId id="265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38813B-586A-40CB-8E0F-067A4E7E7138}" v="10" dt="2026-02-28T15:01:17.809"/>
    <p1510:client id="{F50D1DA1-B47A-40EE-98FA-81F61E3F485E}" v="11" dt="2026-02-28T05:43:03.6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924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直輝 津田" userId="202715ae22407d59" providerId="LiveId" clId="{AE38DC39-DE63-42B1-BFF0-B82CEA500A76}"/>
    <pc:docChg chg="undo custSel modSld">
      <pc:chgData name="直輝 津田" userId="202715ae22407d59" providerId="LiveId" clId="{AE38DC39-DE63-42B1-BFF0-B82CEA500A76}" dt="2026-02-28T15:07:51.977" v="192" actId="20577"/>
      <pc:docMkLst>
        <pc:docMk/>
      </pc:docMkLst>
      <pc:sldChg chg="addSp modSp mod">
        <pc:chgData name="直輝 津田" userId="202715ae22407d59" providerId="LiveId" clId="{AE38DC39-DE63-42B1-BFF0-B82CEA500A76}" dt="2026-02-28T05:37:07.020" v="13" actId="1076"/>
        <pc:sldMkLst>
          <pc:docMk/>
          <pc:sldMk cId="0" sldId="256"/>
        </pc:sldMkLst>
        <pc:spChg chg="mod">
          <ac:chgData name="直輝 津田" userId="202715ae22407d59" providerId="LiveId" clId="{AE38DC39-DE63-42B1-BFF0-B82CEA500A76}" dt="2026-02-28T05:36:46.431" v="9" actId="20577"/>
          <ac:spMkLst>
            <pc:docMk/>
            <pc:sldMk cId="0" sldId="256"/>
            <ac:spMk id="2" creationId="{00000000-0000-0000-0000-000000000000}"/>
          </ac:spMkLst>
        </pc:spChg>
        <pc:picChg chg="add mod">
          <ac:chgData name="直輝 津田" userId="202715ae22407d59" providerId="LiveId" clId="{AE38DC39-DE63-42B1-BFF0-B82CEA500A76}" dt="2026-02-28T05:37:07.020" v="13" actId="1076"/>
          <ac:picMkLst>
            <pc:docMk/>
            <pc:sldMk cId="0" sldId="256"/>
            <ac:picMk id="4" creationId="{A5578B1E-9D12-06AA-4450-9F904AFE8B29}"/>
          </ac:picMkLst>
        </pc:picChg>
      </pc:sldChg>
      <pc:sldChg chg="modSp mod">
        <pc:chgData name="直輝 津田" userId="202715ae22407d59" providerId="LiveId" clId="{AE38DC39-DE63-42B1-BFF0-B82CEA500A76}" dt="2026-02-28T05:41:00.250" v="55" actId="14100"/>
        <pc:sldMkLst>
          <pc:docMk/>
          <pc:sldMk cId="0" sldId="259"/>
        </pc:sldMkLst>
        <pc:spChg chg="mod">
          <ac:chgData name="直輝 津田" userId="202715ae22407d59" providerId="LiveId" clId="{AE38DC39-DE63-42B1-BFF0-B82CEA500A76}" dt="2026-02-28T05:41:00.250" v="55" actId="14100"/>
          <ac:spMkLst>
            <pc:docMk/>
            <pc:sldMk cId="0" sldId="259"/>
            <ac:spMk id="4" creationId="{00000000-0000-0000-0000-000000000000}"/>
          </ac:spMkLst>
        </pc:spChg>
      </pc:sldChg>
      <pc:sldChg chg="modSp mod">
        <pc:chgData name="直輝 津田" userId="202715ae22407d59" providerId="LiveId" clId="{AE38DC39-DE63-42B1-BFF0-B82CEA500A76}" dt="2026-02-28T15:07:51.977" v="192" actId="20577"/>
        <pc:sldMkLst>
          <pc:docMk/>
          <pc:sldMk cId="0" sldId="262"/>
        </pc:sldMkLst>
        <pc:spChg chg="mod">
          <ac:chgData name="直輝 津田" userId="202715ae22407d59" providerId="LiveId" clId="{AE38DC39-DE63-42B1-BFF0-B82CEA500A76}" dt="2026-02-28T05:43:10.769" v="78" actId="20577"/>
          <ac:spMkLst>
            <pc:docMk/>
            <pc:sldMk cId="0" sldId="262"/>
            <ac:spMk id="2" creationId="{00000000-0000-0000-0000-000000000000}"/>
          </ac:spMkLst>
        </pc:spChg>
        <pc:spChg chg="mod">
          <ac:chgData name="直輝 津田" userId="202715ae22407d59" providerId="LiveId" clId="{AE38DC39-DE63-42B1-BFF0-B82CEA500A76}" dt="2026-02-28T06:23:46.630" v="102" actId="1076"/>
          <ac:spMkLst>
            <pc:docMk/>
            <pc:sldMk cId="0" sldId="262"/>
            <ac:spMk id="4" creationId="{00000000-0000-0000-0000-000000000000}"/>
          </ac:spMkLst>
        </pc:spChg>
        <pc:spChg chg="mod">
          <ac:chgData name="直輝 津田" userId="202715ae22407d59" providerId="LiveId" clId="{AE38DC39-DE63-42B1-BFF0-B82CEA500A76}" dt="2026-02-28T06:23:52.644" v="103" actId="1076"/>
          <ac:spMkLst>
            <pc:docMk/>
            <pc:sldMk cId="0" sldId="262"/>
            <ac:spMk id="5" creationId="{00000000-0000-0000-0000-000000000000}"/>
          </ac:spMkLst>
        </pc:spChg>
        <pc:spChg chg="mod">
          <ac:chgData name="直輝 津田" userId="202715ae22407d59" providerId="LiveId" clId="{AE38DC39-DE63-42B1-BFF0-B82CEA500A76}" dt="2026-02-28T15:07:51.977" v="192" actId="20577"/>
          <ac:spMkLst>
            <pc:docMk/>
            <pc:sldMk cId="0" sldId="262"/>
            <ac:spMk id="6" creationId="{00000000-0000-0000-0000-000000000000}"/>
          </ac:spMkLst>
        </pc:spChg>
        <pc:picChg chg="mod">
          <ac:chgData name="直輝 津田" userId="202715ae22407d59" providerId="LiveId" clId="{AE38DC39-DE63-42B1-BFF0-B82CEA500A76}" dt="2026-02-28T06:25:31.708" v="118" actId="1076"/>
          <ac:picMkLst>
            <pc:docMk/>
            <pc:sldMk cId="0" sldId="262"/>
            <ac:picMk id="9" creationId="{F5D16F15-CF7E-1103-7CF0-BCDFAB769502}"/>
          </ac:picMkLst>
        </pc:picChg>
      </pc:sldChg>
      <pc:sldChg chg="modSp mod">
        <pc:chgData name="直輝 津田" userId="202715ae22407d59" providerId="LiveId" clId="{AE38DC39-DE63-42B1-BFF0-B82CEA500A76}" dt="2026-02-28T05:41:34.494" v="74" actId="14100"/>
        <pc:sldMkLst>
          <pc:docMk/>
          <pc:sldMk cId="0" sldId="264"/>
        </pc:sldMkLst>
        <pc:spChg chg="mod">
          <ac:chgData name="直輝 津田" userId="202715ae22407d59" providerId="LiveId" clId="{AE38DC39-DE63-42B1-BFF0-B82CEA500A76}" dt="2026-02-28T05:41:30.922" v="73" actId="14100"/>
          <ac:spMkLst>
            <pc:docMk/>
            <pc:sldMk cId="0" sldId="264"/>
            <ac:spMk id="11" creationId="{00000000-0000-0000-0000-000000000000}"/>
          </ac:spMkLst>
        </pc:spChg>
        <pc:spChg chg="mod">
          <ac:chgData name="直輝 津田" userId="202715ae22407d59" providerId="LiveId" clId="{AE38DC39-DE63-42B1-BFF0-B82CEA500A76}" dt="2026-02-28T05:41:34.494" v="74" actId="14100"/>
          <ac:spMkLst>
            <pc:docMk/>
            <pc:sldMk cId="0" sldId="264"/>
            <ac:spMk id="12" creationId="{00000000-0000-0000-0000-000000000000}"/>
          </ac:spMkLst>
        </pc:spChg>
      </pc:sldChg>
      <pc:sldChg chg="modSp mod">
        <pc:chgData name="直輝 津田" userId="202715ae22407d59" providerId="LiveId" clId="{AE38DC39-DE63-42B1-BFF0-B82CEA500A76}" dt="2026-02-28T15:04:42.401" v="183" actId="6549"/>
        <pc:sldMkLst>
          <pc:docMk/>
          <pc:sldMk cId="0" sldId="265"/>
        </pc:sldMkLst>
        <pc:spChg chg="mod">
          <ac:chgData name="直輝 津田" userId="202715ae22407d59" providerId="LiveId" clId="{AE38DC39-DE63-42B1-BFF0-B82CEA500A76}" dt="2026-02-28T15:04:12.836" v="179" actId="1076"/>
          <ac:spMkLst>
            <pc:docMk/>
            <pc:sldMk cId="0" sldId="265"/>
            <ac:spMk id="5" creationId="{00000000-0000-0000-0000-000000000000}"/>
          </ac:spMkLst>
        </pc:spChg>
        <pc:spChg chg="mod">
          <ac:chgData name="直輝 津田" userId="202715ae22407d59" providerId="LiveId" clId="{AE38DC39-DE63-42B1-BFF0-B82CEA500A76}" dt="2026-02-28T15:04:27.354" v="181" actId="1076"/>
          <ac:spMkLst>
            <pc:docMk/>
            <pc:sldMk cId="0" sldId="265"/>
            <ac:spMk id="6" creationId="{00000000-0000-0000-0000-000000000000}"/>
          </ac:spMkLst>
        </pc:spChg>
        <pc:spChg chg="mod">
          <ac:chgData name="直輝 津田" userId="202715ae22407d59" providerId="LiveId" clId="{AE38DC39-DE63-42B1-BFF0-B82CEA500A76}" dt="2026-02-28T15:04:04.926" v="175" actId="1076"/>
          <ac:spMkLst>
            <pc:docMk/>
            <pc:sldMk cId="0" sldId="265"/>
            <ac:spMk id="7" creationId="{00000000-0000-0000-0000-000000000000}"/>
          </ac:spMkLst>
        </pc:spChg>
        <pc:spChg chg="mod">
          <ac:chgData name="直輝 津田" userId="202715ae22407d59" providerId="LiveId" clId="{AE38DC39-DE63-42B1-BFF0-B82CEA500A76}" dt="2026-02-28T15:04:42.401" v="183" actId="6549"/>
          <ac:spMkLst>
            <pc:docMk/>
            <pc:sldMk cId="0" sldId="265"/>
            <ac:spMk id="12" creationId="{00000000-0000-0000-0000-000000000000}"/>
          </ac:spMkLst>
        </pc:spChg>
        <pc:graphicFrameChg chg="mod modGraphic">
          <ac:chgData name="直輝 津田" userId="202715ae22407d59" providerId="LiveId" clId="{AE38DC39-DE63-42B1-BFF0-B82CEA500A76}" dt="2026-02-28T15:04:35.008" v="182" actId="1076"/>
          <ac:graphicFrameMkLst>
            <pc:docMk/>
            <pc:sldMk cId="0" sldId="265"/>
            <ac:graphicFrameMk id="11" creationId="{00000000-0000-0000-0000-000000000000}"/>
          </ac:graphicFrameMkLst>
        </pc:graphicFrameChg>
      </pc:sldChg>
      <pc:sldChg chg="modSp mod">
        <pc:chgData name="直輝 津田" userId="202715ae22407d59" providerId="LiveId" clId="{AE38DC39-DE63-42B1-BFF0-B82CEA500A76}" dt="2026-02-28T06:21:23.344" v="92" actId="20577"/>
        <pc:sldMkLst>
          <pc:docMk/>
          <pc:sldMk cId="2736890004" sldId="266"/>
        </pc:sldMkLst>
        <pc:spChg chg="mod">
          <ac:chgData name="直輝 津田" userId="202715ae22407d59" providerId="LiveId" clId="{AE38DC39-DE63-42B1-BFF0-B82CEA500A76}" dt="2026-02-28T06:19:51.189" v="84" actId="207"/>
          <ac:spMkLst>
            <pc:docMk/>
            <pc:sldMk cId="2736890004" sldId="266"/>
            <ac:spMk id="5" creationId="{FBE7C8A8-D470-1DCE-549D-7ED7C170C12D}"/>
          </ac:spMkLst>
        </pc:spChg>
        <pc:spChg chg="mod">
          <ac:chgData name="直輝 津田" userId="202715ae22407d59" providerId="LiveId" clId="{AE38DC39-DE63-42B1-BFF0-B82CEA500A76}" dt="2026-02-28T06:21:23.344" v="92" actId="20577"/>
          <ac:spMkLst>
            <pc:docMk/>
            <pc:sldMk cId="2736890004" sldId="266"/>
            <ac:spMk id="6" creationId="{5D4B46A1-67FB-14B6-E040-3BD651AADE42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読書状況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528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C10-4EF1-8CEE-82AB1FACB160}"/>
              </c:ext>
            </c:extLst>
          </c:dPt>
          <c:dPt>
            <c:idx val="1"/>
            <c:bubble3D val="0"/>
            <c:spPr>
              <a:solidFill>
                <a:srgbClr val="E2E8F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C10-4EF1-8CEE-82AB1FACB160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ja-JP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C10-4EF1-8CEE-82AB1FACB160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ja-JP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C10-4EF1-8CEE-82AB1FACB160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ja-JP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読まない</c:v>
                </c:pt>
                <c:pt idx="1">
                  <c:v>読む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62.6</c:v>
                </c:pt>
                <c:pt idx="1">
                  <c:v>37.4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C10-4EF1-8CEE-82AB1FACB1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利用率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ja-JP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2020年</c:v>
                </c:pt>
                <c:pt idx="1">
                  <c:v>2021年</c:v>
                </c:pt>
                <c:pt idx="2">
                  <c:v>2022年</c:v>
                </c:pt>
                <c:pt idx="3">
                  <c:v>2023年</c:v>
                </c:pt>
                <c:pt idx="4">
                  <c:v>2024年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14.2</c:v>
                </c:pt>
                <c:pt idx="1">
                  <c:v>14.4</c:v>
                </c:pt>
                <c:pt idx="2">
                  <c:v>15.7</c:v>
                </c:pt>
                <c:pt idx="3">
                  <c:v>16.8</c:v>
                </c:pt>
                <c:pt idx="4">
                  <c:v>17.2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F43-4DC9-A219-D7E5881CB6B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97717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58CF8-93AA-20F9-2133-6902BD565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5E5F2B-0506-1E9D-D878-0F066624E6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5C1FFA-C7E7-9E57-824B-7691397F9E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FFAC6B-BCA7-07A6-4B0A-0D5C07D430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1265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3695A-A5BB-6B90-584B-C0602B10E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44D617-4A93-5A9B-0E05-304E8063AE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ACCC23-2749-4CA0-B314-3CAF566EAC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687688-D7E2-984F-15D8-0970B72903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9019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quobo-pic.com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716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 err="1">
                <a:solidFill>
                  <a:srgbClr val="66666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直木賞作家・姫野カオルコプロデュース</a:t>
            </a:r>
            <a:r>
              <a:rPr lang="ja-JP" altLang="en-US" sz="1600" dirty="0">
                <a:solidFill>
                  <a:srgbClr val="66666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企画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0" y="202311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kern="0" spc="400" dirty="0">
                <a:solidFill>
                  <a:srgbClr val="333333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聞き耳アワーシリーズ</a:t>
            </a:r>
            <a:endParaRPr lang="en-US" sz="5400" dirty="0"/>
          </a:p>
        </p:txBody>
      </p:sp>
      <p:pic>
        <p:nvPicPr>
          <p:cNvPr id="4" name="図 3" descr="ロゴ&#10;&#10;AI 生成コンテンツは誤りを含む可能性があります。">
            <a:extLst>
              <a:ext uri="{FF2B5EF4-FFF2-40B4-BE49-F238E27FC236}">
                <a16:creationId xmlns:a16="http://schemas.microsoft.com/office/drawing/2014/main" id="{A5578B1E-9D12-06AA-4450-9F904AFE8B2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14991" y1="45833" x2="14991" y2="45833"/>
                        <a14:foregroundMark x1="18954" y1="63646" x2="19090" y2="61667"/>
                        <a14:foregroundMark x1="19973" y1="56667" x2="19973" y2="55729"/>
                        <a14:foregroundMark x1="19973" y1="51354" x2="19973" y2="51354"/>
                        <a14:foregroundMark x1="19973" y1="50208" x2="19973" y2="50208"/>
                        <a14:foregroundMark x1="22781" y1="61458" x2="22781" y2="61458"/>
                        <a14:foregroundMark x1="25136" y1="64479" x2="25611" y2="60521"/>
                        <a14:foregroundMark x1="26042" y1="54583" x2="25951" y2="49063"/>
                        <a14:foregroundMark x1="29144" y1="60729" x2="29914" y2="63229"/>
                        <a14:foregroundMark x1="32835" y1="63854" x2="34171" y2="51250"/>
                        <a14:foregroundMark x1="28578" y1="52188" x2="29099" y2="43542"/>
                        <a14:foregroundMark x1="39583" y1="62500" x2="38383" y2="64479"/>
                        <a14:foregroundMark x1="39968" y1="56979" x2="38859" y2="53750"/>
                        <a14:foregroundMark x1="44656" y1="51563" x2="44656" y2="51563"/>
                        <a14:foregroundMark x1="47192" y1="27083" x2="47192" y2="27083"/>
                        <a14:foregroundMark x1="52219" y1="51042" x2="52219" y2="51042"/>
                        <a14:foregroundMark x1="52264" y1="51979" x2="53510" y2="50625"/>
                        <a14:foregroundMark x1="57631" y1="50625" x2="57631" y2="46250"/>
                        <a14:foregroundMark x1="61458" y1="62083" x2="60870" y2="59271"/>
                        <a14:foregroundMark x1="68252" y1="61458" x2="68388" y2="54167"/>
                        <a14:foregroundMark x1="72169" y1="42500" x2="72328" y2="51979"/>
                        <a14:foregroundMark x1="75725" y1="44271" x2="75340" y2="53958"/>
                        <a14:foregroundMark x1="78261" y1="53958" x2="80548" y2="49583"/>
                        <a14:foregroundMark x1="83899" y1="40938" x2="83379" y2="57708"/>
                        <a14:foregroundMark x1="88723" y1="45521" x2="89697" y2="53229"/>
                        <a14:foregroundMark x1="47826" y1="47083" x2="47713" y2="57917"/>
                        <a14:foregroundMark x1="79008" y1="42500" x2="79008" y2="42500"/>
                        <a14:foregroundMark x1="44950" y1="40521" x2="44950" y2="40521"/>
                        <a14:foregroundMark x1="44995" y1="40104" x2="44995" y2="40104"/>
                        <a14:foregroundMark x1="44950" y1="40521" x2="44950" y2="40521"/>
                        <a14:foregroundMark x1="44995" y1="40104" x2="44995" y2="40104"/>
                        <a14:foregroundMark x1="44905" y1="40104" x2="44905" y2="40104"/>
                        <a14:foregroundMark x1="44995" y1="39896" x2="44995" y2="39896"/>
                        <a14:foregroundMark x1="45086" y1="40313" x2="45086" y2="40313"/>
                        <a14:foregroundMark x1="44950" y1="40313" x2="44950" y2="40313"/>
                        <a14:foregroundMark x1="44995" y1="39896" x2="44995" y2="39896"/>
                        <a14:foregroundMark x1="60213" y1="47083" x2="60213" y2="47083"/>
                        <a14:foregroundMark x1="44905" y1="38750" x2="44860" y2="40104"/>
                        <a14:backgroundMark x1="38247" y1="46458" x2="38202" y2="44271"/>
                        <a14:backgroundMark x1="39629" y1="50833" x2="39629" y2="50833"/>
                        <a14:backgroundMark x1="39719" y1="50208" x2="39719" y2="50208"/>
                        <a14:backgroundMark x1="43546" y1="46250" x2="43546" y2="46250"/>
                        <a14:backgroundMark x1="55910" y1="52188" x2="55910" y2="52188"/>
                        <a14:backgroundMark x1="56091" y1="50833" x2="56091" y2="50833"/>
                        <a14:backgroundMark x1="55707" y1="52604" x2="55707" y2="52604"/>
                        <a14:backgroundMark x1="65716" y1="45313" x2="65716" y2="45313"/>
                        <a14:backgroundMark x1="65897" y1="44688" x2="65897" y2="44688"/>
                        <a14:backgroundMark x1="66055" y1="64896" x2="66055" y2="64896"/>
                        <a14:backgroundMark x1="66010" y1="64688" x2="66010" y2="64688"/>
                        <a14:backgroundMark x1="84579" y1="56771" x2="84579" y2="56771"/>
                        <a14:backgroundMark x1="84624" y1="46458" x2="84624" y2="46458"/>
                        <a14:backgroundMark x1="84511" y1="43854" x2="84511" y2="43854"/>
                        <a14:backgroundMark x1="89017" y1="43125" x2="89017" y2="43125"/>
                        <a14:backgroundMark x1="84466" y1="60938" x2="84466" y2="60938"/>
                        <a14:backgroundMark x1="79393" y1="45521" x2="79393" y2="45521"/>
                        <a14:backgroundMark x1="34035" y1="64063" x2="34035" y2="64063"/>
                        <a14:backgroundMark x1="34081" y1="63854" x2="34081" y2="63854"/>
                        <a14:backgroundMark x1="34126" y1="63229" x2="34126" y2="63229"/>
                        <a14:backgroundMark x1="45290" y1="39896" x2="45290" y2="39896"/>
                        <a14:backgroundMark x1="46716" y1="41563" x2="46716" y2="41563"/>
                        <a14:backgroundMark x1="40399" y1="66042" x2="40308" y2="6406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045468" y="4225791"/>
            <a:ext cx="3053063" cy="66370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803990" y="2037728"/>
            <a:ext cx="2122967" cy="14219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ja-JP" altLang="en-US" sz="6600" b="1" dirty="0">
                <a:solidFill>
                  <a:srgbClr val="C5283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演劇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4221126" y="2571750"/>
            <a:ext cx="350874" cy="422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altLang="ja-JP" sz="3600" b="1" dirty="0"/>
              <a:t>×</a:t>
            </a:r>
            <a:endParaRPr lang="en-US" sz="3600" b="1" dirty="0"/>
          </a:p>
        </p:txBody>
      </p:sp>
      <p:sp>
        <p:nvSpPr>
          <p:cNvPr id="7" name="Text 0">
            <a:extLst>
              <a:ext uri="{FF2B5EF4-FFF2-40B4-BE49-F238E27FC236}">
                <a16:creationId xmlns:a16="http://schemas.microsoft.com/office/drawing/2014/main" id="{6F7147BF-0F83-F1B1-3234-604585145603}"/>
              </a:ext>
            </a:extLst>
          </p:cNvPr>
          <p:cNvSpPr/>
          <p:nvPr/>
        </p:nvSpPr>
        <p:spPr>
          <a:xfrm>
            <a:off x="-175437" y="117029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ja-JP" altLang="en-US" sz="1600" dirty="0">
                <a:solidFill>
                  <a:srgbClr val="66666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ただの「朗読劇」ではない演劇スタイル</a:t>
            </a:r>
            <a:endParaRPr lang="en-US" sz="1600" dirty="0"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BBECFD37-26FC-960E-9BBE-BDC7CAE12251}"/>
              </a:ext>
            </a:extLst>
          </p:cNvPr>
          <p:cNvSpPr/>
          <p:nvPr/>
        </p:nvSpPr>
        <p:spPr>
          <a:xfrm>
            <a:off x="5217045" y="2058728"/>
            <a:ext cx="2122967" cy="14219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ja-JP" altLang="en-US" sz="6600" b="1" dirty="0">
                <a:solidFill>
                  <a:srgbClr val="C5283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朗読</a:t>
            </a:r>
            <a:endParaRPr lang="en-US" sz="6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B7364-4476-7FD4-03BA-D46808229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098EE5B-FE6B-BED6-B73C-1748B4052A8C}"/>
              </a:ext>
            </a:extLst>
          </p:cNvPr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１．</a:t>
            </a:r>
            <a:r>
              <a:rPr lang="ja-JP" altLang="en-US" sz="3200" b="1" dirty="0">
                <a:solidFill>
                  <a:srgbClr val="1E276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シリーズコンセプト</a:t>
            </a:r>
            <a:endParaRPr lang="en-US" sz="32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F4B4709-FFEB-6B62-CA1C-2A6A21BCBD0F}"/>
              </a:ext>
            </a:extLst>
          </p:cNvPr>
          <p:cNvSpPr/>
          <p:nvPr/>
        </p:nvSpPr>
        <p:spPr>
          <a:xfrm>
            <a:off x="457200" y="960120"/>
            <a:ext cx="1828800" cy="0"/>
          </a:xfrm>
          <a:prstGeom prst="line">
            <a:avLst/>
          </a:prstGeom>
          <a:noFill/>
          <a:ln w="38100">
            <a:solidFill>
              <a:srgbClr val="C5283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F18AE8A-BAD6-F82F-1E97-356ED19D1C68}"/>
              </a:ext>
            </a:extLst>
          </p:cNvPr>
          <p:cNvSpPr/>
          <p:nvPr/>
        </p:nvSpPr>
        <p:spPr>
          <a:xfrm>
            <a:off x="1270590" y="1417320"/>
            <a:ext cx="660281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5283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文学を「読む」から「劇場で聴く」へ。</a:t>
            </a:r>
            <a:endParaRPr lang="en-US" sz="2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BE7C8A8-D470-1DCE-549D-7ED7C170C12D}"/>
              </a:ext>
            </a:extLst>
          </p:cNvPr>
          <p:cNvSpPr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algn="ctr"/>
            <a:r>
              <a:rPr b="1" dirty="0" err="1">
                <a:solidFill>
                  <a:schemeClr val="accent1">
                    <a:lumMod val="75000"/>
                  </a:schemeClr>
                </a:solidFill>
                <a:latin typeface="游明朝" panose="02020400000000000000" pitchFamily="18" charset="-128"/>
                <a:ea typeface="游明朝" panose="02020400000000000000" pitchFamily="18" charset="-128"/>
              </a:rPr>
              <a:t>直木賞作家・姫野カオルコが</a:t>
            </a:r>
            <a:endParaRPr lang="en-US" b="1" dirty="0">
              <a:solidFill>
                <a:schemeClr val="accent1">
                  <a:lumMod val="75000"/>
                </a:schemeClr>
              </a:solidFill>
              <a:latin typeface="游明朝" panose="02020400000000000000" pitchFamily="18" charset="-128"/>
              <a:ea typeface="游明朝" panose="02020400000000000000" pitchFamily="18" charset="-128"/>
            </a:endParaRPr>
          </a:p>
          <a:p>
            <a:pPr algn="ctr"/>
            <a:r>
              <a:rPr b="1" dirty="0">
                <a:solidFill>
                  <a:schemeClr val="accent1">
                    <a:lumMod val="75000"/>
                  </a:schemeClr>
                </a:solidFill>
                <a:latin typeface="游明朝" panose="02020400000000000000" pitchFamily="18" charset="-128"/>
                <a:ea typeface="游明朝" panose="02020400000000000000" pitchFamily="18" charset="-128"/>
              </a:rPr>
              <a:t>「</a:t>
            </a:r>
            <a:r>
              <a:rPr b="1" dirty="0" err="1">
                <a:solidFill>
                  <a:schemeClr val="accent1">
                    <a:lumMod val="75000"/>
                  </a:schemeClr>
                </a:solidFill>
                <a:latin typeface="游明朝" panose="02020400000000000000" pitchFamily="18" charset="-128"/>
                <a:ea typeface="游明朝" panose="02020400000000000000" pitchFamily="18" charset="-128"/>
              </a:rPr>
              <a:t>耳で読む文学」を厳選チョイス＆完全プロデュース</a:t>
            </a:r>
            <a:r>
              <a:rPr b="1" dirty="0">
                <a:solidFill>
                  <a:schemeClr val="accent1">
                    <a:lumMod val="75000"/>
                  </a:schemeClr>
                </a:solidFill>
                <a:latin typeface="游明朝" panose="02020400000000000000" pitchFamily="18" charset="-128"/>
                <a:ea typeface="游明朝" panose="02020400000000000000" pitchFamily="18" charset="-128"/>
              </a:rPr>
              <a:t>！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D4B46A1-67FB-14B6-E040-3BD651AADE42}"/>
              </a:ext>
            </a:extLst>
          </p:cNvPr>
          <p:cNvSpPr/>
          <p:nvPr/>
        </p:nvSpPr>
        <p:spPr>
          <a:xfrm>
            <a:off x="457200" y="3108960"/>
            <a:ext cx="8229600" cy="174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US" altLang="ja-JP" dirty="0" err="1">
                <a:solidFill>
                  <a:srgbClr val="333333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新しい文学体験型朗読劇シリーズです</a:t>
            </a:r>
            <a:r>
              <a:rPr lang="en-US" altLang="ja-JP" dirty="0">
                <a:solidFill>
                  <a:srgbClr val="333333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。</a:t>
            </a:r>
            <a:endParaRPr lang="en-US" altLang="ja-JP" dirty="0"/>
          </a:p>
          <a:p>
            <a:pPr>
              <a:lnSpc>
                <a:spcPts val="2800"/>
              </a:lnSpc>
            </a:pPr>
            <a:r>
              <a:rPr lang="en-US" altLang="ja-JP" dirty="0" err="1">
                <a:solidFill>
                  <a:srgbClr val="333333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選び抜かれた珠玉の物語を</a:t>
            </a:r>
            <a:r>
              <a:rPr lang="ja-JP" altLang="en-US" dirty="0">
                <a:solidFill>
                  <a:srgbClr val="333333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、</a:t>
            </a:r>
            <a:r>
              <a:rPr lang="en-US" altLang="ja-JP" dirty="0" err="1">
                <a:solidFill>
                  <a:srgbClr val="333333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劇場という空間で</a:t>
            </a:r>
            <a:endParaRPr lang="en-US" altLang="ja-JP" dirty="0">
              <a:solidFill>
                <a:srgbClr val="333333"/>
              </a:solidFill>
              <a:latin typeface="Yu Mincho" pitchFamily="34" charset="0"/>
              <a:ea typeface="Yu Mincho" pitchFamily="34" charset="-122"/>
              <a:cs typeface="Yu Mincho" pitchFamily="34" charset="-120"/>
            </a:endParaRPr>
          </a:p>
          <a:p>
            <a:pPr>
              <a:lnSpc>
                <a:spcPts val="2800"/>
              </a:lnSpc>
            </a:pPr>
            <a:r>
              <a:rPr lang="en-US" altLang="ja-JP" dirty="0" err="1">
                <a:solidFill>
                  <a:srgbClr val="333333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声・音・映像とともにQPSSが立体化</a:t>
            </a:r>
            <a:r>
              <a:rPr lang="en-US" altLang="ja-JP" dirty="0">
                <a:solidFill>
                  <a:srgbClr val="333333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。</a:t>
            </a:r>
            <a:endParaRPr lang="en-US" altLang="ja-JP" dirty="0"/>
          </a:p>
          <a:p>
            <a:pPr>
              <a:lnSpc>
                <a:spcPts val="2800"/>
              </a:lnSpc>
            </a:pPr>
            <a:r>
              <a:rPr lang="en-US" altLang="ja-JP" dirty="0" err="1">
                <a:solidFill>
                  <a:srgbClr val="333333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ライブ体験を起点とし、ポッドキャスト・音声配信へと展開</a:t>
            </a:r>
            <a:r>
              <a:rPr lang="ja-JP" altLang="en-US" dirty="0">
                <a:solidFill>
                  <a:srgbClr val="333333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。</a:t>
            </a:r>
            <a:endParaRPr lang="en-US" altLang="ja-JP" dirty="0">
              <a:solidFill>
                <a:srgbClr val="333333"/>
              </a:solidFill>
              <a:latin typeface="Yu Mincho" pitchFamily="34" charset="0"/>
              <a:ea typeface="Yu Mincho" pitchFamily="34" charset="-122"/>
              <a:cs typeface="Yu Mincho" pitchFamily="34" charset="-120"/>
            </a:endParaRPr>
          </a:p>
          <a:p>
            <a:pPr>
              <a:lnSpc>
                <a:spcPts val="2800"/>
              </a:lnSpc>
            </a:pPr>
            <a:r>
              <a:rPr lang="en-US" altLang="ja-JP" dirty="0">
                <a:solidFill>
                  <a:srgbClr val="333333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</a:t>
            </a:r>
            <a:r>
              <a:rPr lang="en-US" altLang="ja-JP" dirty="0" err="1">
                <a:solidFill>
                  <a:srgbClr val="333333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耳から出会う文学」を日常へ届けます</a:t>
            </a:r>
            <a:r>
              <a:rPr lang="en-US" altLang="ja-JP" dirty="0">
                <a:solidFill>
                  <a:srgbClr val="333333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。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7368900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２．企画意図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828800" cy="0"/>
          </a:xfrm>
          <a:prstGeom prst="line">
            <a:avLst/>
          </a:prstGeom>
          <a:noFill/>
          <a:ln w="38100">
            <a:solidFill>
              <a:srgbClr val="C5283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1080975" y="1220086"/>
            <a:ext cx="712735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</a:t>
            </a:r>
            <a:r>
              <a:rPr lang="en-US" sz="2400" b="1" dirty="0" err="1">
                <a:solidFill>
                  <a:srgbClr val="C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耳からはじまる文学体験」を劇場で創出させたい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577703" y="2011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2">
                    <a:lumMod val="75000"/>
                  </a:schemeClr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活字離れの現状（1か月に本を1</a:t>
            </a:r>
            <a:r>
              <a:rPr lang="en-US" sz="1050" b="1" dirty="0">
                <a:solidFill>
                  <a:schemeClr val="bg2">
                    <a:lumMod val="75000"/>
                  </a:schemeClr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冊も読まない割合</a:t>
            </a:r>
            <a:r>
              <a:rPr lang="en-US" sz="1200" b="1" dirty="0">
                <a:solidFill>
                  <a:schemeClr val="bg2">
                    <a:lumMod val="75000"/>
                  </a:schemeClr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）</a:t>
            </a:r>
            <a:endParaRPr lang="en-US" sz="1200" b="1" dirty="0">
              <a:solidFill>
                <a:schemeClr val="bg2">
                  <a:lumMod val="75000"/>
                </a:schemeClr>
              </a:solidFill>
            </a:endParaRPr>
          </a:p>
        </p:txBody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1321258088"/>
              </p:ext>
            </p:extLst>
          </p:nvPr>
        </p:nvGraphicFramePr>
        <p:xfrm>
          <a:off x="457200" y="2286000"/>
          <a:ext cx="365760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389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2">
                    <a:lumMod val="75000"/>
                  </a:schemeClr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出典：文化庁『国語に関する世論調査（令和5年度）』</a:t>
            </a:r>
            <a:endParaRPr lang="en-US" sz="10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4572000" y="20116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bg2">
                    <a:lumMod val="75000"/>
                  </a:schemeClr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国内ポッドキャスト月間利用率の推移</a:t>
            </a:r>
            <a:endParaRPr lang="en-US" sz="1050" dirty="0">
              <a:solidFill>
                <a:schemeClr val="bg2">
                  <a:lumMod val="75000"/>
                </a:schemeClr>
              </a:solidFill>
            </a:endParaRPr>
          </a:p>
        </p:txBody>
      </p:sp>
      <p:graphicFrame>
        <p:nvGraphicFramePr>
          <p:cNvPr id="9" name="Chart 1"/>
          <p:cNvGraphicFramePr/>
          <p:nvPr>
            <p:extLst>
              <p:ext uri="{D42A27DB-BD31-4B8C-83A1-F6EECF244321}">
                <p14:modId xmlns:p14="http://schemas.microsoft.com/office/powerpoint/2010/main" val="249148168"/>
              </p:ext>
            </p:extLst>
          </p:nvPr>
        </p:nvGraphicFramePr>
        <p:xfrm>
          <a:off x="4572000" y="2286000"/>
          <a:ext cx="411480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Text 6"/>
          <p:cNvSpPr/>
          <p:nvPr/>
        </p:nvSpPr>
        <p:spPr>
          <a:xfrm>
            <a:off x="4572000" y="43891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2">
                    <a:lumMod val="75000"/>
                  </a:schemeClr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出典：株式会社オトナル・株式会社朝日新聞社『ポッドキャスト国内利用実態調査』</a:t>
            </a:r>
            <a:endParaRPr lang="en-US" sz="10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1" name="Shape 7"/>
          <p:cNvSpPr/>
          <p:nvPr/>
        </p:nvSpPr>
        <p:spPr>
          <a:xfrm>
            <a:off x="1828800" y="2286000"/>
            <a:ext cx="5486400" cy="914400"/>
          </a:xfrm>
          <a:prstGeom prst="roundRect">
            <a:avLst>
              <a:gd name="adj" fmla="val 10000"/>
            </a:avLst>
          </a:prstGeom>
          <a:solidFill>
            <a:srgbClr val="FFFFFF">
              <a:alpha val="90000"/>
            </a:srgbClr>
          </a:solidFill>
          <a:ln w="25400">
            <a:solidFill>
              <a:srgbClr val="C5283D"/>
            </a:solidFill>
            <a:prstDash val="solid"/>
          </a:ln>
          <a:effectLst>
            <a:outerShdw blurRad="635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2" name="Text 8"/>
          <p:cNvSpPr/>
          <p:nvPr/>
        </p:nvSpPr>
        <p:spPr>
          <a:xfrm>
            <a:off x="1828800" y="22860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33333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活字離れが進む一方で、「聴く時間はある」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333333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そんな現代人の生活リズムへ。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３．作品</a:t>
            </a:r>
            <a:r>
              <a:rPr lang="ja-JP" altLang="en-US" sz="3200" b="1" dirty="0">
                <a:solidFill>
                  <a:srgbClr val="1E276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群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828800" cy="0"/>
          </a:xfrm>
          <a:prstGeom prst="line">
            <a:avLst/>
          </a:prstGeom>
          <a:noFill/>
          <a:ln w="38100">
            <a:solidFill>
              <a:srgbClr val="C5283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297712" y="1142294"/>
            <a:ext cx="8782491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 err="1">
                <a:solidFill>
                  <a:srgbClr val="333333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少し怖くて、少し可笑しくて</a:t>
            </a:r>
            <a:r>
              <a:rPr lang="en-US" sz="2200" b="1" dirty="0">
                <a:solidFill>
                  <a:srgbClr val="333333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、</a:t>
            </a:r>
            <a:r>
              <a:rPr lang="ja-JP" altLang="en-US" sz="2200" b="1" dirty="0">
                <a:solidFill>
                  <a:srgbClr val="333333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少し淫らで</a:t>
            </a:r>
            <a:r>
              <a:rPr lang="en-US" altLang="ja-JP" sz="2200" b="1" dirty="0">
                <a:solidFill>
                  <a:srgbClr val="333333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…</a:t>
            </a:r>
          </a:p>
          <a:p>
            <a:pPr marL="0" indent="0" algn="ctr">
              <a:buNone/>
            </a:pPr>
            <a:r>
              <a:rPr lang="en-US" sz="2200" b="1" dirty="0" err="1">
                <a:solidFill>
                  <a:srgbClr val="333333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なぜか心に残る物語たち</a:t>
            </a:r>
            <a:r>
              <a:rPr lang="en-US" sz="2200" b="1" dirty="0">
                <a:solidFill>
                  <a:srgbClr val="333333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。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97713" y="2103120"/>
            <a:ext cx="3926957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297713" y="2148841"/>
            <a:ext cx="3926957" cy="22402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C5283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怪談、幻想譚、純文学、珠玉の短編</a:t>
            </a:r>
            <a:endParaRPr lang="en-US" sz="16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——</a:t>
            </a:r>
            <a:r>
              <a:rPr lang="en-US" sz="1600" dirty="0" err="1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ジャンルを横断しながら</a:t>
            </a:r>
            <a:endParaRPr lang="en-US" sz="1600" dirty="0">
              <a:solidFill>
                <a:srgbClr val="000000"/>
              </a:solidFill>
              <a:latin typeface="Yu Mincho" pitchFamily="34" charset="0"/>
              <a:ea typeface="Yu Mincho" pitchFamily="34" charset="-122"/>
              <a:cs typeface="Yu Mincho" pitchFamily="34" charset="-120"/>
            </a:endParaRPr>
          </a:p>
          <a:p>
            <a:pPr marL="0" indent="0">
              <a:lnSpc>
                <a:spcPts val="2400"/>
              </a:lnSpc>
              <a:buNone/>
            </a:pPr>
            <a:r>
              <a:rPr lang="en-US" sz="1600" dirty="0" err="1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耳で聴くとより深く沁みる作品を</a:t>
            </a:r>
            <a:endParaRPr lang="en-US" sz="1600" dirty="0">
              <a:solidFill>
                <a:srgbClr val="000000"/>
              </a:solidFill>
              <a:latin typeface="Yu Mincho" pitchFamily="34" charset="0"/>
              <a:ea typeface="Yu Mincho" pitchFamily="34" charset="-122"/>
              <a:cs typeface="Yu Mincho" pitchFamily="34" charset="-120"/>
            </a:endParaRPr>
          </a:p>
          <a:p>
            <a:pPr marL="0" indent="0">
              <a:lnSpc>
                <a:spcPts val="2400"/>
              </a:lnSpc>
              <a:buNone/>
            </a:pPr>
            <a:r>
              <a:rPr lang="en-US" sz="1600" dirty="0" err="1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姫野カオルコが選書</a:t>
            </a:r>
            <a:r>
              <a:rPr lang="en-US" sz="1600" dirty="0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。</a:t>
            </a:r>
            <a:endParaRPr lang="en-US" sz="16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公演ごとに、違う世界へ迷い込むような感覚へいざなう連作型朗読劇シリーズ</a:t>
            </a:r>
            <a:r>
              <a:rPr lang="ja-JP" altLang="en-US" sz="1600" dirty="0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369980" y="2103120"/>
            <a:ext cx="4476307" cy="2286000"/>
          </a:xfrm>
          <a:prstGeom prst="rect">
            <a:avLst/>
          </a:prstGeom>
          <a:solidFill>
            <a:srgbClr val="1E2761"/>
          </a:solidFill>
          <a:ln/>
          <a:effectLst>
            <a:outerShdw blurRad="101600" dist="508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4451497" y="2194560"/>
            <a:ext cx="4628707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音楽・環境音による没入感ある演出の中、</a:t>
            </a:r>
            <a:endParaRPr lang="en-US" sz="15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2200" b="1" dirty="0">
                <a:solidFill>
                  <a:srgbClr val="C5283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実力派キャストが朗読。</a:t>
            </a:r>
            <a:endParaRPr lang="en-US" sz="15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 ポッドキャスト等の「耳だけ」とは異なる、</a:t>
            </a:r>
            <a:endParaRPr lang="en-US" sz="15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2200" b="1" dirty="0" err="1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劇場空間ならではの【ライブ体験</a:t>
            </a:r>
            <a:r>
              <a:rPr lang="en-US" sz="22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】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ja-JP" altLang="en-US" sz="3200" b="1" dirty="0">
                <a:solidFill>
                  <a:srgbClr val="1E276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４</a:t>
            </a:r>
            <a:r>
              <a:rPr lang="en-US" sz="3200" b="1" dirty="0">
                <a:solidFill>
                  <a:srgbClr val="1E276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．ターゲット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828800" cy="0"/>
          </a:xfrm>
          <a:prstGeom prst="line">
            <a:avLst/>
          </a:prstGeom>
          <a:noFill/>
          <a:ln w="38100">
            <a:solidFill>
              <a:srgbClr val="C5283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1293628" y="1188720"/>
            <a:ext cx="704938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33333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活字から離れていた新規層にも多角的にアプローチします。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3931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3931920" cy="36576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文学・小説ファン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5283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⇒ 「姫野カオルコ氏の選書・監修」でアピール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920240"/>
            <a:ext cx="3931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4754880" y="1920240"/>
            <a:ext cx="3931920" cy="36576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若年層・カルチャー層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754880" y="23774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5283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⇒ 「2.5次元キャストの起用」でアピール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286000" y="3200400"/>
            <a:ext cx="4572000" cy="164095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2468880" y="3291839"/>
            <a:ext cx="4206240" cy="14219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その他の周辺ターゲット</a:t>
            </a:r>
            <a:endParaRPr lang="en-US" sz="16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 err="1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ポッドキャストリスナ</a:t>
            </a:r>
            <a:r>
              <a:rPr lang="en-US" sz="1600" dirty="0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ー</a:t>
            </a:r>
            <a:endParaRPr lang="en-US" sz="16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 err="1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ミステリ</a:t>
            </a:r>
            <a:r>
              <a:rPr lang="en-US" sz="1600" dirty="0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ー／</a:t>
            </a:r>
            <a:r>
              <a:rPr lang="en-US" sz="1600" dirty="0" err="1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怪談好き</a:t>
            </a:r>
            <a:endParaRPr lang="en-US" sz="1600" dirty="0">
              <a:solidFill>
                <a:srgbClr val="000000"/>
              </a:solidFill>
              <a:latin typeface="Yu Mincho" pitchFamily="34" charset="0"/>
              <a:ea typeface="Yu Mincho" pitchFamily="34" charset="-122"/>
              <a:cs typeface="Yu Mincho" pitchFamily="34" charset="-120"/>
            </a:endParaRPr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600" dirty="0">
                <a:solidFill>
                  <a:srgbClr val="000000"/>
                </a:solidFill>
                <a:latin typeface="Yu Mincho" pitchFamily="34" charset="0"/>
                <a:ea typeface="Yu Mincho" pitchFamily="34" charset="-122"/>
              </a:rPr>
              <a:t>官能好き</a:t>
            </a:r>
            <a:endParaRPr lang="en-US" sz="16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 err="1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舞台・朗読劇ファン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ja-JP" altLang="en-US" sz="3200" b="1" dirty="0">
                <a:solidFill>
                  <a:srgbClr val="1E276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５</a:t>
            </a:r>
            <a:r>
              <a:rPr lang="en-US" sz="3200" b="1" dirty="0">
                <a:solidFill>
                  <a:srgbClr val="1E276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．</a:t>
            </a:r>
            <a:r>
              <a:rPr lang="ja-JP" altLang="en-US" sz="3200" b="1" dirty="0">
                <a:solidFill>
                  <a:srgbClr val="1E276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総合プロデュース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828800" cy="0"/>
          </a:xfrm>
          <a:prstGeom prst="line">
            <a:avLst/>
          </a:prstGeom>
          <a:noFill/>
          <a:ln w="38100">
            <a:solidFill>
              <a:srgbClr val="C5283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542260" y="1650876"/>
            <a:ext cx="8229600" cy="338203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4175052" y="1871503"/>
            <a:ext cx="5243269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400" b="1" dirty="0" err="1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鋭さとユーモア</a:t>
            </a:r>
            <a:endParaRPr lang="en-US" sz="1400" b="1" dirty="0">
              <a:solidFill>
                <a:srgbClr val="000000"/>
              </a:solidFill>
              <a:latin typeface="Yu Mincho" pitchFamily="34" charset="0"/>
              <a:ea typeface="Yu Mincho" pitchFamily="34" charset="-122"/>
              <a:cs typeface="Yu Mincho" pitchFamily="34" charset="-120"/>
            </a:endParaRPr>
          </a:p>
          <a:p>
            <a:pPr marL="0" indent="0">
              <a:lnSpc>
                <a:spcPts val="2400"/>
              </a:lnSpc>
              <a:buNone/>
            </a:pPr>
            <a:r>
              <a:rPr lang="en-US" sz="1400" b="1" dirty="0" err="1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そして人間の機微を描き続けてきた作家</a:t>
            </a:r>
            <a:r>
              <a:rPr lang="en-US" sz="1400" b="1" dirty="0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。</a:t>
            </a:r>
            <a:endParaRPr lang="en-US" sz="14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本シリーズでは以下を</a:t>
            </a:r>
            <a:r>
              <a:rPr lang="ja-JP" altLang="en-US" sz="1400" dirty="0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担う。</a:t>
            </a:r>
            <a:endParaRPr lang="en-US" sz="1400" dirty="0"/>
          </a:p>
          <a:p>
            <a:pPr marL="685800" lvl="1" indent="-342900">
              <a:lnSpc>
                <a:spcPts val="24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総合プロデュース</a:t>
            </a:r>
            <a:endParaRPr lang="en-US" altLang="ja-JP" sz="1400" dirty="0">
              <a:solidFill>
                <a:srgbClr val="000000"/>
              </a:solidFill>
              <a:latin typeface="Yu Mincho" pitchFamily="34" charset="0"/>
              <a:ea typeface="Yu Mincho" pitchFamily="34" charset="-122"/>
              <a:cs typeface="Yu Mincho" pitchFamily="34" charset="-120"/>
            </a:endParaRPr>
          </a:p>
          <a:p>
            <a:pPr marL="685800" lvl="1" indent="-342900">
              <a:lnSpc>
                <a:spcPts val="2400"/>
              </a:lnSpc>
              <a:buSzPct val="100000"/>
              <a:buChar char="•"/>
            </a:pPr>
            <a:r>
              <a:rPr lang="en-US" altLang="ja-JP" sz="1400" dirty="0" err="1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作品選定</a:t>
            </a:r>
            <a:endParaRPr lang="en-US" sz="1400" dirty="0"/>
          </a:p>
          <a:p>
            <a:pPr marL="685800" lvl="1" indent="-342900">
              <a:lnSpc>
                <a:spcPts val="2400"/>
              </a:lnSpc>
              <a:buSzPct val="100000"/>
              <a:buChar char="•"/>
            </a:pPr>
            <a:r>
              <a:rPr lang="en-US" sz="1400" dirty="0" err="1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世界観監修</a:t>
            </a:r>
            <a:endParaRPr lang="en-US" sz="1400" dirty="0"/>
          </a:p>
          <a:p>
            <a:pPr marL="685800" lvl="1" indent="-342900">
              <a:lnSpc>
                <a:spcPts val="2400"/>
              </a:lnSpc>
              <a:buSzPct val="100000"/>
              <a:buChar char="•"/>
            </a:pPr>
            <a:r>
              <a:rPr lang="en-US" sz="1400" dirty="0" err="1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文学的クオリティ統括</a:t>
            </a:r>
            <a:endParaRPr lang="en-US" sz="14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 </a:t>
            </a:r>
            <a:r>
              <a:rPr lang="en-US" sz="1400" b="1" dirty="0" err="1">
                <a:solidFill>
                  <a:srgbClr val="C5283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単なる朗読劇ではなく、作家と一緒になって届ける</a:t>
            </a:r>
            <a:endParaRPr lang="en-US" sz="1400" b="1" dirty="0">
              <a:solidFill>
                <a:srgbClr val="C5283D"/>
              </a:solidFill>
              <a:latin typeface="Yu Mincho" pitchFamily="34" charset="0"/>
              <a:ea typeface="Yu Mincho" pitchFamily="34" charset="-122"/>
              <a:cs typeface="Yu Mincho" pitchFamily="34" charset="-120"/>
            </a:endParaRPr>
          </a:p>
          <a:p>
            <a:pPr marL="0" indent="0">
              <a:lnSpc>
                <a:spcPts val="2400"/>
              </a:lnSpc>
              <a:buNone/>
            </a:pPr>
            <a:r>
              <a:rPr lang="en-US" sz="1400" b="1" dirty="0" err="1">
                <a:solidFill>
                  <a:srgbClr val="C5283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文学レーベルとして展開します</a:t>
            </a:r>
            <a:r>
              <a:rPr lang="en-US" sz="1400" b="1" dirty="0">
                <a:solidFill>
                  <a:srgbClr val="C5283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。</a:t>
            </a:r>
            <a:endParaRPr lang="en-US" sz="14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6460007F-BBC8-3FE7-CBD4-E64F4E41F3D0}"/>
              </a:ext>
            </a:extLst>
          </p:cNvPr>
          <p:cNvSpPr/>
          <p:nvPr/>
        </p:nvSpPr>
        <p:spPr>
          <a:xfrm>
            <a:off x="801629" y="1087979"/>
            <a:ext cx="712735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ja-JP" altLang="en-US" sz="2400" b="1" dirty="0">
                <a:solidFill>
                  <a:srgbClr val="C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直木賞作家「姫野カオルコ」</a:t>
            </a:r>
            <a:endParaRPr lang="en-US" sz="2400" b="1" dirty="0">
              <a:solidFill>
                <a:srgbClr val="C00000"/>
              </a:solidFill>
            </a:endParaRPr>
          </a:p>
        </p:txBody>
      </p:sp>
      <p:pic>
        <p:nvPicPr>
          <p:cNvPr id="8" name="図 7" descr="メガネをかけた男性&#10;&#10;AI 生成コンテンツは誤りを含む可能性があります。">
            <a:extLst>
              <a:ext uri="{FF2B5EF4-FFF2-40B4-BE49-F238E27FC236}">
                <a16:creationId xmlns:a16="http://schemas.microsoft.com/office/drawing/2014/main" id="{C8E62C0D-977F-3793-7B96-7E809C0D39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4029" y="1871503"/>
            <a:ext cx="2257897" cy="286184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ollage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200" y="182880"/>
            <a:ext cx="6149163" cy="7315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/>
          <a:effectLst>
            <a:softEdge rad="317500"/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 anchor="b"/>
          <a:lstStyle/>
          <a:p>
            <a:pPr marL="0" indent="0">
              <a:buNone/>
            </a:pPr>
            <a:r>
              <a:rPr lang="ja-JP" altLang="en-US" sz="3200" b="1" dirty="0">
                <a:solidFill>
                  <a:srgbClr val="1E276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６</a:t>
            </a:r>
            <a:r>
              <a:rPr lang="en-US" sz="3200" b="1" dirty="0">
                <a:solidFill>
                  <a:srgbClr val="1E276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．</a:t>
            </a:r>
            <a:r>
              <a:rPr lang="ja-JP" altLang="en-US" sz="3200" b="1" dirty="0">
                <a:solidFill>
                  <a:srgbClr val="1E276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イラスト、</a:t>
            </a:r>
            <a:r>
              <a:rPr lang="en-US" altLang="ja-JP" sz="3200" b="1" dirty="0">
                <a:solidFill>
                  <a:srgbClr val="1E276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HP</a:t>
            </a:r>
            <a:r>
              <a:rPr lang="ja-JP" altLang="en-US" sz="3200" b="1" dirty="0">
                <a:solidFill>
                  <a:srgbClr val="1E276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デザイン協力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828800" cy="0"/>
          </a:xfrm>
          <a:prstGeom prst="line">
            <a:avLst/>
          </a:prstGeom>
          <a:noFill/>
          <a:ln w="38100">
            <a:solidFill>
              <a:srgbClr val="C5283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4571999" y="1654426"/>
            <a:ext cx="4267201" cy="3108960"/>
          </a:xfrm>
          <a:prstGeom prst="rect">
            <a:avLst/>
          </a:prstGeom>
          <a:solidFill>
            <a:srgbClr val="FFFFFF"/>
          </a:solidFill>
          <a:ln w="25400">
            <a:solidFill>
              <a:srgbClr val="C5283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4635795" y="1675692"/>
            <a:ext cx="4203405" cy="30114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 err="1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独特の線と色彩感覚で、どこか懐かしく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b="1" dirty="0" err="1">
                <a:solidFill>
                  <a:srgbClr val="C5283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どこか不穏な幻想世界</a:t>
            </a:r>
            <a:r>
              <a:rPr lang="en-US" sz="1400" dirty="0" err="1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を描くイラストレータ</a:t>
            </a:r>
            <a:r>
              <a:rPr lang="en-US" sz="1400" dirty="0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ー。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 ユーモアと毒気が共存する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b="1" dirty="0" err="1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ビジュアルは、文学と深く響き合う</a:t>
            </a:r>
            <a:r>
              <a:rPr lang="en-US" sz="1400" b="1" dirty="0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。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ja-JP" sz="1400" dirty="0">
              <a:solidFill>
                <a:srgbClr val="000000"/>
              </a:solidFill>
              <a:latin typeface="Yu Mincho" pitchFamily="34" charset="0"/>
              <a:ea typeface="Yu Mincho" pitchFamily="34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ja-JP" altLang="en-US" sz="1400" dirty="0">
                <a:solidFill>
                  <a:srgbClr val="000000"/>
                </a:solidFill>
                <a:latin typeface="Yu Mincho" pitchFamily="34" charset="0"/>
                <a:ea typeface="Yu Mincho" pitchFamily="34" charset="-122"/>
              </a:rPr>
              <a:t>本シリーズでは</a:t>
            </a:r>
            <a:r>
              <a:rPr lang="en-US" altLang="ja-JP" sz="1400" dirty="0">
                <a:solidFill>
                  <a:srgbClr val="000000"/>
                </a:solidFill>
                <a:latin typeface="Yu Mincho" pitchFamily="34" charset="0"/>
                <a:ea typeface="Yu Mincho" pitchFamily="34" charset="-122"/>
              </a:rPr>
              <a:t>HP</a:t>
            </a:r>
            <a:r>
              <a:rPr lang="ja-JP" altLang="en-US" sz="1400" dirty="0">
                <a:solidFill>
                  <a:srgbClr val="000000"/>
                </a:solidFill>
                <a:latin typeface="Yu Mincho" pitchFamily="34" charset="0"/>
                <a:ea typeface="Yu Mincho" pitchFamily="34" charset="-122"/>
              </a:rPr>
              <a:t>の世界観やプロモーション関連のデザインに携わる。</a:t>
            </a:r>
            <a:endParaRPr lang="en-US" sz="1400" dirty="0"/>
          </a:p>
        </p:txBody>
      </p:sp>
      <p:pic>
        <p:nvPicPr>
          <p:cNvPr id="11" name="図 10" descr="傘を持っている人&#10;&#10;AI 生成コンテンツは誤りを含む可能性があります。">
            <a:extLst>
              <a:ext uri="{FF2B5EF4-FFF2-40B4-BE49-F238E27FC236}">
                <a16:creationId xmlns:a16="http://schemas.microsoft.com/office/drawing/2014/main" id="{2914BE34-6FAE-54A8-AA08-D81836B3AA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799" y="1730710"/>
            <a:ext cx="4104167" cy="2956392"/>
          </a:xfrm>
          <a:prstGeom prst="rect">
            <a:avLst/>
          </a:prstGeom>
        </p:spPr>
      </p:pic>
      <p:sp>
        <p:nvSpPr>
          <p:cNvPr id="7" name="Text 0">
            <a:extLst>
              <a:ext uri="{FF2B5EF4-FFF2-40B4-BE49-F238E27FC236}">
                <a16:creationId xmlns:a16="http://schemas.microsoft.com/office/drawing/2014/main" id="{575CF6A5-4BE5-2C85-41CB-ECD7B05B6542}"/>
              </a:ext>
            </a:extLst>
          </p:cNvPr>
          <p:cNvSpPr/>
          <p:nvPr/>
        </p:nvSpPr>
        <p:spPr>
          <a:xfrm>
            <a:off x="806302" y="822960"/>
            <a:ext cx="4956546" cy="7315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/>
          <a:effectLst>
            <a:softEdge rad="317500"/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 anchor="b"/>
          <a:lstStyle/>
          <a:p>
            <a:pPr marL="0" indent="0">
              <a:buNone/>
            </a:pPr>
            <a:r>
              <a:rPr lang="ja-JP" altLang="en-US" sz="2400" b="1" dirty="0">
                <a:solidFill>
                  <a:srgbClr val="C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イラストレーター：ラジカル鈴木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ja-JP" altLang="en-US" sz="3200" b="1" dirty="0">
                <a:solidFill>
                  <a:srgbClr val="1E276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７</a:t>
            </a:r>
            <a:r>
              <a:rPr lang="en-US" sz="3200" b="1" dirty="0">
                <a:solidFill>
                  <a:srgbClr val="1E276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．</a:t>
            </a:r>
            <a:r>
              <a:rPr lang="ja-JP" altLang="en-US" sz="3200" b="1" dirty="0">
                <a:solidFill>
                  <a:srgbClr val="1E276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製作</a:t>
            </a:r>
            <a:r>
              <a:rPr lang="en-US" altLang="ja-JP" sz="3200" b="1" dirty="0" err="1">
                <a:solidFill>
                  <a:srgbClr val="1E276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Quobo</a:t>
            </a:r>
            <a:r>
              <a:rPr lang="en-US" altLang="ja-JP" sz="3200" b="1" dirty="0">
                <a:solidFill>
                  <a:srgbClr val="1E276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 </a:t>
            </a:r>
            <a:r>
              <a:rPr lang="en-US" altLang="ja-JP" sz="3200" b="1" err="1">
                <a:solidFill>
                  <a:srgbClr val="1E276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Pctures</a:t>
            </a:r>
            <a:r>
              <a:rPr lang="en-US" altLang="ja-JP" sz="3200" b="1">
                <a:solidFill>
                  <a:srgbClr val="1E276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  / </a:t>
            </a:r>
            <a:r>
              <a:rPr lang="ja-JP" altLang="en-US" sz="3200" b="1" dirty="0">
                <a:solidFill>
                  <a:srgbClr val="1E276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制作</a:t>
            </a:r>
            <a:r>
              <a:rPr lang="en-US" altLang="ja-JP" sz="3200" b="1" dirty="0">
                <a:solidFill>
                  <a:srgbClr val="1E276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QPSS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828800" cy="0"/>
          </a:xfrm>
          <a:prstGeom prst="line">
            <a:avLst/>
          </a:prstGeom>
          <a:noFill/>
          <a:ln w="38100">
            <a:solidFill>
              <a:srgbClr val="C5283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2349795" y="1033315"/>
            <a:ext cx="604992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33333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QUOBO PICTURES Screenwriters Studio（QPSS）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553598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5283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「物語の力で世界を動かす」知的生産工房。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93041" y="2363090"/>
            <a:ext cx="5245396" cy="25994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defRPr sz="1400"/>
            </a:pPr>
            <a:r>
              <a:rPr dirty="0">
                <a:latin typeface="游明朝" panose="02020400000000000000" pitchFamily="18" charset="-128"/>
                <a:ea typeface="游明朝" panose="02020400000000000000" pitchFamily="18" charset="-128"/>
              </a:rPr>
              <a:t>映画・ドラマの企画開発から、ゲーム、企業キャラクター開発まで、構成力と創造性であらゆる物語を設計・構築するクリエイティブ集団です。</a:t>
            </a:r>
          </a:p>
          <a:p>
            <a:pPr>
              <a:defRPr sz="1400"/>
            </a:pPr>
            <a:endParaRPr dirty="0">
              <a:latin typeface="游明朝" panose="02020400000000000000" pitchFamily="18" charset="-128"/>
              <a:ea typeface="游明朝" panose="02020400000000000000" pitchFamily="18" charset="-128"/>
            </a:endParaRPr>
          </a:p>
          <a:p>
            <a:pPr>
              <a:defRPr sz="1400" b="1">
                <a:solidFill>
                  <a:srgbClr val="C00000"/>
                </a:solidFill>
              </a:defRPr>
            </a:pPr>
            <a:r>
              <a:rPr dirty="0">
                <a:latin typeface="游明朝" panose="02020400000000000000" pitchFamily="18" charset="-128"/>
                <a:ea typeface="游明朝" panose="02020400000000000000" pitchFamily="18" charset="-128"/>
              </a:rPr>
              <a:t> </a:t>
            </a:r>
            <a:r>
              <a:rPr dirty="0" err="1">
                <a:latin typeface="游明朝" panose="02020400000000000000" pitchFamily="18" charset="-128"/>
                <a:ea typeface="游明朝" panose="02020400000000000000" pitchFamily="18" charset="-128"/>
              </a:rPr>
              <a:t>圧倒的没入感</a:t>
            </a:r>
            <a:r>
              <a:rPr dirty="0">
                <a:latin typeface="游明朝" panose="02020400000000000000" pitchFamily="18" charset="-128"/>
                <a:ea typeface="游明朝" panose="02020400000000000000" pitchFamily="18" charset="-128"/>
              </a:rPr>
              <a:t>！</a:t>
            </a:r>
            <a:endParaRPr lang="en-US" dirty="0">
              <a:latin typeface="游明朝" panose="02020400000000000000" pitchFamily="18" charset="-128"/>
              <a:ea typeface="游明朝" panose="02020400000000000000" pitchFamily="18" charset="-128"/>
            </a:endParaRPr>
          </a:p>
          <a:p>
            <a:pPr>
              <a:defRPr sz="1400" b="1">
                <a:solidFill>
                  <a:srgbClr val="C00000"/>
                </a:solidFill>
              </a:defRPr>
            </a:pPr>
            <a:r>
              <a:rPr lang="en-US" altLang="ja-JP" dirty="0">
                <a:latin typeface="游明朝" panose="02020400000000000000" pitchFamily="18" charset="-128"/>
                <a:ea typeface="游明朝" panose="02020400000000000000" pitchFamily="18" charset="-128"/>
              </a:rPr>
              <a:t>QPSS </a:t>
            </a:r>
            <a:r>
              <a:rPr dirty="0" err="1">
                <a:latin typeface="游明朝" panose="02020400000000000000" pitchFamily="18" charset="-128"/>
                <a:ea typeface="游明朝" panose="02020400000000000000" pitchFamily="18" charset="-128"/>
              </a:rPr>
              <a:t>脚本家チームが</a:t>
            </a:r>
            <a:r>
              <a:rPr lang="ja-JP" altLang="en-US" dirty="0">
                <a:latin typeface="游明朝" panose="02020400000000000000" pitchFamily="18" charset="-128"/>
                <a:ea typeface="游明朝" panose="02020400000000000000" pitchFamily="18" charset="-128"/>
              </a:rPr>
              <a:t>創る</a:t>
            </a:r>
            <a:r>
              <a:rPr dirty="0">
                <a:latin typeface="游明朝" panose="02020400000000000000" pitchFamily="18" charset="-128"/>
                <a:ea typeface="游明朝" panose="02020400000000000000" pitchFamily="18" charset="-128"/>
              </a:rPr>
              <a:t>「</a:t>
            </a:r>
            <a:r>
              <a:rPr dirty="0" err="1">
                <a:latin typeface="游明朝" panose="02020400000000000000" pitchFamily="18" charset="-128"/>
                <a:ea typeface="游明朝" panose="02020400000000000000" pitchFamily="18" charset="-128"/>
              </a:rPr>
              <a:t>耳で聴く演劇舞台</a:t>
            </a:r>
            <a:r>
              <a:rPr dirty="0">
                <a:latin typeface="游明朝" panose="02020400000000000000" pitchFamily="18" charset="-128"/>
                <a:ea typeface="游明朝" panose="02020400000000000000" pitchFamily="18" charset="-128"/>
              </a:rPr>
              <a:t>」 </a:t>
            </a:r>
          </a:p>
          <a:p>
            <a:pPr>
              <a:defRPr sz="1400"/>
            </a:pPr>
            <a:r>
              <a:rPr dirty="0" err="1">
                <a:latin typeface="游明朝" panose="02020400000000000000" pitchFamily="18" charset="-128"/>
                <a:ea typeface="游明朝" panose="02020400000000000000" pitchFamily="18" charset="-128"/>
              </a:rPr>
              <a:t>本シリーズでは、QPSSのプロ脚本家チームが脚本構成・舞台演出設計・音響設計すべてを統括</a:t>
            </a:r>
            <a:r>
              <a:rPr dirty="0">
                <a:latin typeface="游明朝" panose="02020400000000000000" pitchFamily="18" charset="-128"/>
                <a:ea typeface="游明朝" panose="02020400000000000000" pitchFamily="18" charset="-128"/>
              </a:rPr>
              <a:t>。</a:t>
            </a:r>
          </a:p>
          <a:p>
            <a:pPr>
              <a:defRPr sz="1400"/>
            </a:pPr>
            <a:r>
              <a:rPr dirty="0" err="1">
                <a:latin typeface="游明朝" panose="02020400000000000000" pitchFamily="18" charset="-128"/>
                <a:ea typeface="游明朝" panose="02020400000000000000" pitchFamily="18" charset="-128"/>
              </a:rPr>
              <a:t>単なる朗読ではなく、文学作品を“舞台言語”へ見事に翻訳し、上質な「耳で聴く演劇舞台」空間を創り上げます</a:t>
            </a:r>
            <a:r>
              <a:rPr dirty="0">
                <a:latin typeface="游明朝" panose="02020400000000000000" pitchFamily="18" charset="-128"/>
                <a:ea typeface="游明朝" panose="02020400000000000000" pitchFamily="18" charset="-128"/>
              </a:rPr>
              <a:t>。</a:t>
            </a:r>
          </a:p>
          <a:p>
            <a:pPr>
              <a:defRPr sz="1400"/>
            </a:pPr>
            <a:endParaRPr dirty="0">
              <a:latin typeface="游明朝" panose="02020400000000000000" pitchFamily="18" charset="-128"/>
              <a:ea typeface="游明朝" panose="02020400000000000000" pitchFamily="18" charset="-128"/>
            </a:endParaRPr>
          </a:p>
          <a:p>
            <a:pPr>
              <a:defRPr sz="1400"/>
            </a:pPr>
            <a:r>
              <a:rPr u="sng" dirty="0">
                <a:latin typeface="游明朝" panose="02020400000000000000" pitchFamily="18" charset="-128"/>
                <a:ea typeface="游明朝" panose="02020400000000000000" pitchFamily="18" charset="-128"/>
                <a:hlinkClick r:id="rId3"/>
              </a:rPr>
              <a:t>http://www.quobo-pic.com</a:t>
            </a:r>
            <a:endParaRPr u="sng" dirty="0">
              <a:latin typeface="游明朝" panose="02020400000000000000" pitchFamily="18" charset="-128"/>
              <a:ea typeface="游明朝" panose="02020400000000000000" pitchFamily="18" charset="-128"/>
            </a:endParaRPr>
          </a:p>
        </p:txBody>
      </p:sp>
      <p:pic>
        <p:nvPicPr>
          <p:cNvPr id="9" name="図 8" descr="人, 屋外, 民衆, 立つ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F5D16F15-CF7E-1103-7CF0-BCDFAB7695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925727"/>
            <a:ext cx="3129516" cy="1474203"/>
          </a:xfrm>
          <a:prstGeom prst="rect">
            <a:avLst/>
          </a:prstGeom>
        </p:spPr>
      </p:pic>
      <p:sp>
        <p:nvSpPr>
          <p:cNvPr id="7" name="Text 2">
            <a:extLst>
              <a:ext uri="{FF2B5EF4-FFF2-40B4-BE49-F238E27FC236}">
                <a16:creationId xmlns:a16="http://schemas.microsoft.com/office/drawing/2014/main" id="{FFAC237F-41F4-E3D4-A591-42675E0860A6}"/>
              </a:ext>
            </a:extLst>
          </p:cNvPr>
          <p:cNvSpPr/>
          <p:nvPr/>
        </p:nvSpPr>
        <p:spPr>
          <a:xfrm>
            <a:off x="386316" y="1035881"/>
            <a:ext cx="182880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ja-JP" sz="2800" b="1" dirty="0">
                <a:solidFill>
                  <a:srgbClr val="C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QPSS</a:t>
            </a:r>
            <a:r>
              <a:rPr lang="ja-JP" altLang="en-US" sz="2800" b="1" dirty="0">
                <a:solidFill>
                  <a:srgbClr val="C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とは</a:t>
            </a:r>
            <a:endParaRPr lang="en-US" sz="2800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７．メディア展開 ＆ キャラクター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828800" cy="0"/>
          </a:xfrm>
          <a:prstGeom prst="line">
            <a:avLst/>
          </a:prstGeom>
          <a:noFill/>
          <a:ln w="38100">
            <a:solidFill>
              <a:srgbClr val="C5283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457200" y="1195454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33333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本公演は単発イベントではなく、継続的なシリーズIPとして展開。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4114800" cy="256032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4114800" cy="45720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展開予定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320024"/>
            <a:ext cx="4228214" cy="14084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劇場朗読公演</a:t>
            </a:r>
            <a:endParaRPr lang="en-US" sz="14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ポッドキャスト配信 / 音声アーカイブ</a:t>
            </a:r>
            <a:endParaRPr lang="en-US" sz="14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サブスク配信</a:t>
            </a:r>
            <a:endParaRPr lang="en-US" sz="14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書籍コラボ</a:t>
            </a:r>
            <a:endParaRPr lang="en-US" sz="14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400" dirty="0">
                <a:latin typeface="Yu Mincho" pitchFamily="34" charset="0"/>
                <a:ea typeface="Yu Mincho" pitchFamily="34" charset="-122"/>
                <a:cs typeface="Yu Mincho" pitchFamily="34" charset="-120"/>
              </a:rPr>
              <a:t>グッズ展開 / オリジナルキャラクター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2898" y="38404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 err="1">
                <a:solidFill>
                  <a:srgbClr val="333333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聴く文学ブランドとして</a:t>
            </a:r>
            <a:r>
              <a:rPr lang="en-US" altLang="ja-JP" sz="1300" b="1" dirty="0" err="1">
                <a:solidFill>
                  <a:srgbClr val="333333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IP</a:t>
            </a:r>
            <a:r>
              <a:rPr lang="ja-JP" altLang="en-US" sz="1300" b="1" dirty="0">
                <a:solidFill>
                  <a:srgbClr val="333333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化を目指します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920240"/>
            <a:ext cx="3931920" cy="2560320"/>
          </a:xfrm>
          <a:prstGeom prst="rect">
            <a:avLst/>
          </a:prstGeom>
          <a:solidFill>
            <a:srgbClr val="FFFFFF"/>
          </a:solidFill>
          <a:ln w="25400">
            <a:solidFill>
              <a:srgbClr val="C5283D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4754880" y="1920240"/>
            <a:ext cx="3931920" cy="457200"/>
          </a:xfrm>
          <a:prstGeom prst="rect">
            <a:avLst/>
          </a:prstGeom>
          <a:solidFill>
            <a:srgbClr val="C5283D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オリジナルマスコット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868958" y="2379567"/>
            <a:ext cx="3000722" cy="19882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100" dirty="0" err="1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耳を象ったキャラクタ</a:t>
            </a:r>
            <a:r>
              <a:rPr lang="en-US" sz="1100" dirty="0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ー</a:t>
            </a:r>
            <a:r>
              <a:rPr lang="ja-JP" altLang="en-US" sz="1100" dirty="0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を制作予定</a:t>
            </a:r>
            <a:endParaRPr lang="en-US" sz="11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100" dirty="0" err="1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グッズ化やキャラクタービジネスでも展開</a:t>
            </a:r>
            <a:endParaRPr lang="en-US" sz="1100" dirty="0"/>
          </a:p>
          <a:p>
            <a:pPr marL="0" indent="0">
              <a:lnSpc>
                <a:spcPts val="2200"/>
              </a:lnSpc>
              <a:buNone/>
            </a:pPr>
            <a:r>
              <a:rPr lang="en-US" altLang="ja-JP" sz="1100" dirty="0" err="1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IP</a:t>
            </a:r>
            <a:r>
              <a:rPr lang="en-US" sz="1100" dirty="0" err="1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の</a:t>
            </a:r>
            <a:r>
              <a:rPr lang="ja-JP" altLang="en-US" sz="1100" dirty="0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定着と</a:t>
            </a:r>
            <a:r>
              <a:rPr lang="en-US" sz="1100" dirty="0" err="1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愛着を醸成します</a:t>
            </a:r>
            <a:r>
              <a:rPr lang="en-US" sz="1100" dirty="0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。</a:t>
            </a:r>
            <a:endParaRPr lang="en-US" sz="1100" dirty="0"/>
          </a:p>
        </p:txBody>
      </p:sp>
      <p:pic>
        <p:nvPicPr>
          <p:cNvPr id="15" name="図 14" descr="挿絵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12186A3A-24ED-5335-C960-412A83BCC2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8294" y="2493779"/>
            <a:ext cx="1014133" cy="187403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ja-JP" altLang="en-US" sz="3200" b="1" dirty="0">
                <a:solidFill>
                  <a:srgbClr val="1E276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８</a:t>
            </a:r>
            <a:r>
              <a:rPr lang="en-US" sz="3200" b="1" dirty="0">
                <a:solidFill>
                  <a:srgbClr val="1E276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．実施概要 ＆ 公演予定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828800" cy="0"/>
          </a:xfrm>
          <a:prstGeom prst="line">
            <a:avLst/>
          </a:prstGeom>
          <a:noFill/>
          <a:ln w="38100">
            <a:solidFill>
              <a:srgbClr val="C5283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2546"/>
              </p:ext>
            </p:extLst>
          </p:nvPr>
        </p:nvGraphicFramePr>
        <p:xfrm>
          <a:off x="457200" y="2046592"/>
          <a:ext cx="8229600" cy="21336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ja-JP" altLang="en-US" sz="1400" b="1" dirty="0">
                          <a:solidFill>
                            <a:srgbClr val="FFFFFF"/>
                          </a:solidFill>
                          <a:latin typeface="Yu Mincho" pitchFamily="34" charset="0"/>
                          <a:ea typeface="Yu Mincho" pitchFamily="34" charset="-122"/>
                          <a:cs typeface="Yu Mincho" pitchFamily="34" charset="-120"/>
                        </a:rPr>
                        <a:t>上演</a:t>
                      </a:r>
                      <a:r>
                        <a:rPr lang="en-US" sz="1400" b="1" dirty="0" err="1">
                          <a:solidFill>
                            <a:srgbClr val="FFFFFF"/>
                          </a:solidFill>
                          <a:latin typeface="Yu Mincho" pitchFamily="34" charset="0"/>
                          <a:ea typeface="Yu Mincho" pitchFamily="34" charset="-122"/>
                          <a:cs typeface="Yu Mincho" pitchFamily="34" charset="-120"/>
                        </a:rPr>
                        <a:t>期間</a:t>
                      </a:r>
                      <a:endParaRPr lang="en-US" sz="1400" dirty="0">
                        <a:latin typeface="Yu Mincho" charset="0"/>
                        <a:ea typeface="Yu Mincho" charset="0"/>
                        <a:cs typeface="Yu Minch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Yu Mincho" pitchFamily="34" charset="0"/>
                          <a:ea typeface="Yu Mincho" pitchFamily="34" charset="-122"/>
                          <a:cs typeface="Yu Mincho" pitchFamily="34" charset="-120"/>
                        </a:rPr>
                        <a:t>３日間を予定</a:t>
                      </a:r>
                      <a:endParaRPr lang="en-US" sz="1400" dirty="0">
                        <a:latin typeface="Yu Mincho" charset="0"/>
                        <a:ea typeface="Yu Mincho" charset="0"/>
                        <a:cs typeface="Yu Minch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Yu Mincho" pitchFamily="34" charset="0"/>
                          <a:ea typeface="Yu Mincho" pitchFamily="34" charset="-122"/>
                          <a:cs typeface="Yu Mincho" pitchFamily="34" charset="-120"/>
                        </a:rPr>
                        <a:t>上演時間</a:t>
                      </a:r>
                      <a:endParaRPr lang="en-US" sz="1400" dirty="0">
                        <a:latin typeface="Yu Mincho" charset="0"/>
                        <a:ea typeface="Yu Mincho" charset="0"/>
                        <a:cs typeface="Yu Minch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Yu Mincho" pitchFamily="34" charset="0"/>
                          <a:ea typeface="Yu Mincho" pitchFamily="34" charset="-122"/>
                          <a:cs typeface="Yu Mincho" pitchFamily="34" charset="-120"/>
                        </a:rPr>
                        <a:t>約90分（トークショー込み）</a:t>
                      </a:r>
                      <a:endParaRPr lang="en-US" sz="1400" dirty="0">
                        <a:latin typeface="Yu Mincho" charset="0"/>
                        <a:ea typeface="Yu Mincho" charset="0"/>
                        <a:cs typeface="Yu Minch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ja-JP" altLang="en-US" sz="1400" b="1" dirty="0">
                          <a:solidFill>
                            <a:srgbClr val="FFFFFF"/>
                          </a:solidFill>
                          <a:latin typeface="Yu Mincho" pitchFamily="34" charset="0"/>
                          <a:ea typeface="Yu Mincho" pitchFamily="34" charset="-122"/>
                          <a:cs typeface="Yu Mincho" pitchFamily="34" charset="-120"/>
                        </a:rPr>
                        <a:t>ステージ数</a:t>
                      </a:r>
                      <a:endParaRPr lang="en-US" sz="1400" dirty="0">
                        <a:latin typeface="Yu Mincho" charset="0"/>
                        <a:ea typeface="Yu Mincho" charset="0"/>
                        <a:cs typeface="Yu Minch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Yu Mincho" pitchFamily="34" charset="0"/>
                          <a:ea typeface="Yu Mincho" pitchFamily="34" charset="-122"/>
                          <a:cs typeface="Yu Mincho" pitchFamily="34" charset="-120"/>
                        </a:rPr>
                        <a:t>5-6回公演</a:t>
                      </a:r>
                      <a:endParaRPr lang="en-US" sz="1400" dirty="0">
                        <a:latin typeface="Yu Mincho" charset="0"/>
                        <a:ea typeface="Yu Mincho" charset="0"/>
                        <a:cs typeface="Yu Minch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Yu Mincho" pitchFamily="34" charset="0"/>
                          <a:ea typeface="Yu Mincho" pitchFamily="34" charset="-122"/>
                          <a:cs typeface="Yu Mincho" pitchFamily="34" charset="-120"/>
                        </a:rPr>
                        <a:t>キャスト数</a:t>
                      </a:r>
                      <a:endParaRPr lang="en-US" sz="1400" dirty="0">
                        <a:latin typeface="Yu Mincho" charset="0"/>
                        <a:ea typeface="Yu Mincho" charset="0"/>
                        <a:cs typeface="Yu Minch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Yu Mincho" pitchFamily="34" charset="0"/>
                          <a:ea typeface="Yu Mincho" pitchFamily="34" charset="-122"/>
                          <a:cs typeface="Yu Mincho" pitchFamily="34" charset="-120"/>
                        </a:rPr>
                        <a:t>2〜3名（2.5次元俳優の起用を想定）</a:t>
                      </a:r>
                      <a:endParaRPr lang="en-US" sz="1400" dirty="0">
                        <a:latin typeface="Yu Mincho" charset="0"/>
                        <a:ea typeface="Yu Mincho" charset="0"/>
                        <a:cs typeface="Yu Minch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Yu Mincho" pitchFamily="34" charset="0"/>
                          <a:ea typeface="Yu Mincho" pitchFamily="34" charset="-122"/>
                          <a:cs typeface="Yu Mincho" pitchFamily="34" charset="-120"/>
                        </a:rPr>
                        <a:t>会場</a:t>
                      </a:r>
                      <a:endParaRPr lang="en-US" sz="1400" dirty="0">
                        <a:latin typeface="Yu Mincho" charset="0"/>
                        <a:ea typeface="Yu Mincho" charset="0"/>
                        <a:cs typeface="Yu Minch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Yu Mincho" pitchFamily="34" charset="0"/>
                          <a:ea typeface="Yu Mincho" pitchFamily="34" charset="-122"/>
                          <a:cs typeface="Yu Mincho" pitchFamily="34" charset="-120"/>
                        </a:rPr>
                        <a:t>小規模劇場（50-100席想定）</a:t>
                      </a:r>
                      <a:endParaRPr lang="en-US" sz="1400" dirty="0">
                        <a:latin typeface="Yu Mincho" charset="0"/>
                        <a:ea typeface="Yu Mincho" charset="0"/>
                        <a:cs typeface="Yu Minch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Yu Mincho" pitchFamily="34" charset="0"/>
                          <a:ea typeface="Yu Mincho" pitchFamily="34" charset="-122"/>
                          <a:cs typeface="Yu Mincho" pitchFamily="34" charset="-120"/>
                        </a:rPr>
                        <a:t>チケット代金</a:t>
                      </a:r>
                      <a:endParaRPr lang="en-US" sz="1400" dirty="0">
                        <a:latin typeface="Yu Mincho" charset="0"/>
                        <a:ea typeface="Yu Mincho" charset="0"/>
                        <a:cs typeface="Yu Minch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Yu Mincho" pitchFamily="34" charset="0"/>
                          <a:ea typeface="Yu Mincho" pitchFamily="34" charset="-122"/>
                          <a:cs typeface="Yu Mincho" pitchFamily="34" charset="-120"/>
                        </a:rPr>
                        <a:t>5000円</a:t>
                      </a:r>
                      <a:r>
                        <a:rPr lang="ja-JP" altLang="en-US" sz="1400" dirty="0">
                          <a:solidFill>
                            <a:srgbClr val="000000"/>
                          </a:solidFill>
                          <a:latin typeface="Yu Mincho" pitchFamily="34" charset="0"/>
                          <a:ea typeface="Yu Mincho" pitchFamily="34" charset="-122"/>
                          <a:cs typeface="Yu Mincho" pitchFamily="34" charset="-120"/>
                        </a:rPr>
                        <a:t>前後</a:t>
                      </a:r>
                      <a:endParaRPr lang="en-US" sz="1400" dirty="0">
                        <a:latin typeface="Yu Mincho" charset="0"/>
                        <a:ea typeface="Yu Mincho" charset="0"/>
                        <a:cs typeface="Yu Minch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Yu Mincho" pitchFamily="34" charset="0"/>
                          <a:ea typeface="Yu Mincho" pitchFamily="34" charset="-122"/>
                          <a:cs typeface="Yu Mincho" pitchFamily="34" charset="-120"/>
                        </a:rPr>
                        <a:t>将来展望</a:t>
                      </a:r>
                      <a:endParaRPr lang="en-US" sz="1400" dirty="0">
                        <a:latin typeface="Yu Mincho" charset="0"/>
                        <a:ea typeface="Yu Mincho" charset="0"/>
                        <a:cs typeface="Yu Minch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Yu Mincho" pitchFamily="34" charset="0"/>
                          <a:ea typeface="Yu Mincho" pitchFamily="34" charset="-122"/>
                          <a:cs typeface="Yu Mincho" pitchFamily="34" charset="-120"/>
                        </a:rPr>
                        <a:t>シリーズ化／定期開催（※詳細は調整可能）</a:t>
                      </a:r>
                      <a:endParaRPr lang="en-US" sz="1400" dirty="0">
                        <a:latin typeface="Yu Mincho" charset="0"/>
                        <a:ea typeface="Yu Mincho" charset="0"/>
                        <a:cs typeface="Yu Minch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259579"/>
            <a:ext cx="8229600" cy="748179"/>
          </a:xfrm>
          <a:prstGeom prst="rect">
            <a:avLst/>
          </a:prstGeom>
          <a:solidFill>
            <a:srgbClr val="F8FAFC"/>
          </a:solidFill>
          <a:ln w="25400">
            <a:solidFill>
              <a:srgbClr val="C5283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3"/>
          <p:cNvSpPr/>
          <p:nvPr/>
        </p:nvSpPr>
        <p:spPr>
          <a:xfrm>
            <a:off x="265814" y="4305832"/>
            <a:ext cx="849541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5283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今後の公演予定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14400" y="4625340"/>
            <a:ext cx="73152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0" eaLnBrk="1" latinLnBrk="0" hangingPunct="1">
              <a:buNone/>
            </a:pPr>
            <a:r>
              <a:rPr lang="en-US" altLang="zh-TW" sz="1600" dirty="0">
                <a:solidFill>
                  <a:srgbClr val="000000"/>
                </a:solidFill>
                <a:effectLst/>
                <a:latin typeface="游明朝" panose="02020400000000000000" pitchFamily="18" charset="-128"/>
                <a:ea typeface="游明朝" panose="02020400000000000000" pitchFamily="18" charset="-128"/>
              </a:rPr>
              <a:t>【</a:t>
            </a:r>
            <a:r>
              <a:rPr lang="zh-TW" altLang="en-US" sz="1600" dirty="0">
                <a:solidFill>
                  <a:srgbClr val="000000"/>
                </a:solidFill>
                <a:effectLst/>
                <a:latin typeface="游明朝" panose="02020400000000000000" pitchFamily="18" charset="-128"/>
                <a:ea typeface="游明朝" panose="02020400000000000000" pitchFamily="18" charset="-128"/>
              </a:rPr>
              <a:t>第２弾</a:t>
            </a:r>
            <a:r>
              <a:rPr lang="en-US" altLang="zh-TW" sz="1600" dirty="0">
                <a:solidFill>
                  <a:srgbClr val="000000"/>
                </a:solidFill>
                <a:effectLst/>
                <a:latin typeface="游明朝" panose="02020400000000000000" pitchFamily="18" charset="-128"/>
                <a:ea typeface="游明朝" panose="02020400000000000000" pitchFamily="18" charset="-128"/>
              </a:rPr>
              <a:t>】 </a:t>
            </a:r>
            <a:r>
              <a:rPr lang="zh-TW" altLang="en-US" sz="1600" dirty="0">
                <a:solidFill>
                  <a:srgbClr val="000000"/>
                </a:solidFill>
                <a:effectLst/>
                <a:latin typeface="游明朝" panose="02020400000000000000" pitchFamily="18" charset="-128"/>
                <a:ea typeface="游明朝" panose="02020400000000000000" pitchFamily="18" charset="-128"/>
              </a:rPr>
              <a:t>「</a:t>
            </a:r>
            <a:r>
              <a:rPr lang="en-US" altLang="zh-TW" sz="1600" dirty="0">
                <a:solidFill>
                  <a:srgbClr val="000000"/>
                </a:solidFill>
                <a:effectLst/>
                <a:latin typeface="游明朝" panose="02020400000000000000" pitchFamily="18" charset="-128"/>
                <a:ea typeface="游明朝" panose="02020400000000000000" pitchFamily="18" charset="-128"/>
              </a:rPr>
              <a:t>X</a:t>
            </a:r>
            <a:r>
              <a:rPr lang="zh-TW" altLang="en-US" sz="1600" dirty="0">
                <a:solidFill>
                  <a:srgbClr val="000000"/>
                </a:solidFill>
                <a:effectLst/>
                <a:latin typeface="游明朝" panose="02020400000000000000" pitchFamily="18" charset="-128"/>
                <a:ea typeface="游明朝" panose="02020400000000000000" pitchFamily="18" charset="-128"/>
              </a:rPr>
              <a:t>博士」</a:t>
            </a:r>
            <a:r>
              <a:rPr lang="en-US" altLang="ja-JP" sz="1600" dirty="0">
                <a:solidFill>
                  <a:srgbClr val="000000"/>
                </a:solidFill>
                <a:effectLst/>
                <a:latin typeface="游明朝" panose="02020400000000000000" pitchFamily="18" charset="-128"/>
                <a:ea typeface="游明朝" panose="02020400000000000000" pitchFamily="18" charset="-128"/>
              </a:rPr>
              <a:t>/</a:t>
            </a:r>
            <a:r>
              <a:rPr lang="en-US" altLang="zh-TW" sz="1600" dirty="0">
                <a:solidFill>
                  <a:srgbClr val="000000"/>
                </a:solidFill>
                <a:effectLst/>
                <a:latin typeface="游明朝" panose="02020400000000000000" pitchFamily="18" charset="-128"/>
                <a:ea typeface="游明朝" panose="02020400000000000000" pitchFamily="18" charset="-128"/>
              </a:rPr>
              <a:t>【</a:t>
            </a:r>
            <a:r>
              <a:rPr lang="zh-TW" altLang="en-US" sz="1600" dirty="0">
                <a:solidFill>
                  <a:srgbClr val="000000"/>
                </a:solidFill>
                <a:effectLst/>
                <a:latin typeface="游明朝" panose="02020400000000000000" pitchFamily="18" charset="-128"/>
                <a:ea typeface="游明朝" panose="02020400000000000000" pitchFamily="18" charset="-128"/>
              </a:rPr>
              <a:t>第３弾</a:t>
            </a:r>
            <a:r>
              <a:rPr lang="en-US" altLang="zh-TW" sz="1600" dirty="0">
                <a:solidFill>
                  <a:srgbClr val="000000"/>
                </a:solidFill>
                <a:effectLst/>
                <a:latin typeface="游明朝" panose="02020400000000000000" pitchFamily="18" charset="-128"/>
                <a:ea typeface="游明朝" panose="02020400000000000000" pitchFamily="18" charset="-128"/>
              </a:rPr>
              <a:t>】 </a:t>
            </a:r>
            <a:r>
              <a:rPr lang="zh-TW" altLang="en-US" sz="1600" dirty="0">
                <a:solidFill>
                  <a:srgbClr val="000000"/>
                </a:solidFill>
                <a:effectLst/>
                <a:latin typeface="游明朝" panose="02020400000000000000" pitchFamily="18" charset="-128"/>
                <a:ea typeface="游明朝" panose="02020400000000000000" pitchFamily="18" charset="-128"/>
              </a:rPr>
              <a:t>「探偵物語」</a:t>
            </a:r>
            <a:endParaRPr lang="zh-TW" altLang="en-US" dirty="0">
              <a:latin typeface="游明朝" panose="02020400000000000000" pitchFamily="18" charset="-128"/>
              <a:ea typeface="游明朝" panose="02020400000000000000" pitchFamily="18" charset="-128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371600" y="1068218"/>
            <a:ext cx="6400800" cy="914400"/>
          </a:xfrm>
          <a:prstGeom prst="roundRect">
            <a:avLst/>
          </a:prstGeom>
          <a:solidFill>
            <a:srgbClr val="FFF2CC"/>
          </a:solidFill>
          <a:ln w="2540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C00000"/>
                </a:solidFill>
              </a:defRPr>
            </a:pPr>
            <a:r>
              <a:rPr dirty="0">
                <a:latin typeface="游明朝" panose="02020400000000000000" pitchFamily="18" charset="-128"/>
                <a:ea typeface="游明朝" panose="02020400000000000000" pitchFamily="18" charset="-128"/>
              </a:rPr>
              <a:t>★ 第1弾 </a:t>
            </a:r>
            <a:r>
              <a:rPr dirty="0" err="1">
                <a:latin typeface="游明朝" panose="02020400000000000000" pitchFamily="18" charset="-128"/>
                <a:ea typeface="游明朝" panose="02020400000000000000" pitchFamily="18" charset="-128"/>
              </a:rPr>
              <a:t>公演</a:t>
            </a:r>
            <a:endParaRPr dirty="0">
              <a:latin typeface="游明朝" panose="02020400000000000000" pitchFamily="18" charset="-128"/>
              <a:ea typeface="游明朝" panose="02020400000000000000" pitchFamily="18" charset="-128"/>
            </a:endParaRPr>
          </a:p>
          <a:p>
            <a:pPr algn="ctr">
              <a:defRPr sz="2000" b="1">
                <a:solidFill>
                  <a:srgbClr val="000000"/>
                </a:solidFill>
              </a:defRPr>
            </a:pPr>
            <a:r>
              <a:rPr dirty="0">
                <a:latin typeface="游明朝" panose="02020400000000000000" pitchFamily="18" charset="-128"/>
                <a:ea typeface="游明朝" panose="02020400000000000000" pitchFamily="18" charset="-128"/>
              </a:rPr>
              <a:t>「</a:t>
            </a:r>
            <a:r>
              <a:rPr dirty="0" err="1">
                <a:latin typeface="游明朝" panose="02020400000000000000" pitchFamily="18" charset="-128"/>
                <a:ea typeface="游明朝" panose="02020400000000000000" pitchFamily="18" charset="-128"/>
              </a:rPr>
              <a:t>エンドレス・ラブ</a:t>
            </a:r>
            <a:r>
              <a:rPr dirty="0">
                <a:latin typeface="游明朝" panose="02020400000000000000" pitchFamily="18" charset="-128"/>
                <a:ea typeface="游明朝" panose="02020400000000000000" pitchFamily="18" charset="-128"/>
              </a:rPr>
              <a:t>」</a:t>
            </a:r>
            <a:r>
              <a:rPr lang="zh-TW" altLang="en-US" sz="1200" dirty="0">
                <a:latin typeface="游明朝" panose="02020400000000000000" pitchFamily="18" charset="-128"/>
                <a:ea typeface="游明朝" panose="02020400000000000000" pitchFamily="18" charset="-128"/>
              </a:rPr>
              <a:t>（徳間書店） </a:t>
            </a:r>
            <a:endParaRPr lang="en-US" sz="1200" dirty="0">
              <a:latin typeface="游明朝" panose="02020400000000000000" pitchFamily="18" charset="-128"/>
              <a:ea typeface="游明朝" panose="02020400000000000000" pitchFamily="18" charset="-128"/>
            </a:endParaRPr>
          </a:p>
          <a:p>
            <a:pPr algn="ctr">
              <a:defRPr sz="2000" b="1">
                <a:solidFill>
                  <a:srgbClr val="000000"/>
                </a:solidFill>
              </a:defRPr>
            </a:pPr>
            <a:r>
              <a:rPr sz="1200" dirty="0">
                <a:latin typeface="游明朝" panose="02020400000000000000" pitchFamily="18" charset="-128"/>
                <a:ea typeface="游明朝" panose="02020400000000000000" pitchFamily="18" charset="-128"/>
              </a:rPr>
              <a:t>11月または12月想定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AB6A2-60FA-5CC0-A4B4-0AC9E7C14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 descr="ロゴ&#10;&#10;AI 生成コンテンツは誤りを含む可能性があります。">
            <a:extLst>
              <a:ext uri="{FF2B5EF4-FFF2-40B4-BE49-F238E27FC236}">
                <a16:creationId xmlns:a16="http://schemas.microsoft.com/office/drawing/2014/main" id="{204B2EB9-21E9-4414-B7DF-A5E3E917654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14991" y1="45833" x2="14991" y2="45833"/>
                        <a14:foregroundMark x1="18954" y1="63646" x2="19090" y2="61667"/>
                        <a14:foregroundMark x1="19973" y1="56667" x2="19973" y2="55729"/>
                        <a14:foregroundMark x1="19973" y1="51354" x2="19973" y2="51354"/>
                        <a14:foregroundMark x1="19973" y1="50208" x2="19973" y2="50208"/>
                        <a14:foregroundMark x1="22781" y1="61458" x2="22781" y2="61458"/>
                        <a14:foregroundMark x1="25136" y1="64479" x2="25611" y2="60521"/>
                        <a14:foregroundMark x1="26042" y1="54583" x2="25951" y2="49063"/>
                        <a14:foregroundMark x1="29144" y1="60729" x2="29914" y2="63229"/>
                        <a14:foregroundMark x1="32835" y1="63854" x2="34171" y2="51250"/>
                        <a14:foregroundMark x1="28578" y1="52188" x2="29099" y2="43542"/>
                        <a14:foregroundMark x1="39583" y1="62500" x2="38383" y2="64479"/>
                        <a14:foregroundMark x1="39968" y1="56979" x2="38859" y2="53750"/>
                        <a14:foregroundMark x1="44656" y1="51563" x2="44656" y2="51563"/>
                        <a14:foregroundMark x1="47192" y1="27083" x2="47192" y2="27083"/>
                        <a14:foregroundMark x1="52219" y1="51042" x2="52219" y2="51042"/>
                        <a14:foregroundMark x1="52264" y1="51979" x2="53510" y2="50625"/>
                        <a14:foregroundMark x1="57631" y1="50625" x2="57631" y2="46250"/>
                        <a14:foregroundMark x1="61458" y1="62083" x2="60870" y2="59271"/>
                        <a14:foregroundMark x1="68252" y1="61458" x2="68388" y2="54167"/>
                        <a14:foregroundMark x1="72169" y1="42500" x2="72328" y2="51979"/>
                        <a14:foregroundMark x1="75725" y1="44271" x2="75340" y2="53958"/>
                        <a14:foregroundMark x1="78261" y1="53958" x2="80548" y2="49583"/>
                        <a14:foregroundMark x1="83899" y1="40938" x2="83379" y2="57708"/>
                        <a14:foregroundMark x1="88723" y1="45521" x2="89697" y2="53229"/>
                        <a14:foregroundMark x1="47826" y1="47083" x2="47713" y2="57917"/>
                        <a14:foregroundMark x1="79008" y1="42500" x2="79008" y2="42500"/>
                        <a14:foregroundMark x1="44950" y1="40521" x2="44950" y2="40521"/>
                        <a14:foregroundMark x1="44995" y1="40104" x2="44995" y2="40104"/>
                        <a14:foregroundMark x1="44950" y1="40521" x2="44950" y2="40521"/>
                        <a14:foregroundMark x1="44995" y1="40104" x2="44995" y2="40104"/>
                        <a14:foregroundMark x1="44905" y1="40104" x2="44905" y2="40104"/>
                        <a14:foregroundMark x1="44995" y1="39896" x2="44995" y2="39896"/>
                        <a14:foregroundMark x1="45086" y1="40313" x2="45086" y2="40313"/>
                        <a14:foregroundMark x1="44950" y1="40313" x2="44950" y2="40313"/>
                        <a14:foregroundMark x1="44995" y1="39896" x2="44995" y2="39896"/>
                        <a14:foregroundMark x1="60213" y1="47083" x2="60213" y2="47083"/>
                        <a14:foregroundMark x1="44905" y1="38750" x2="44860" y2="40104"/>
                        <a14:backgroundMark x1="38247" y1="46458" x2="38202" y2="44271"/>
                        <a14:backgroundMark x1="39629" y1="50833" x2="39629" y2="50833"/>
                        <a14:backgroundMark x1="39719" y1="50208" x2="39719" y2="50208"/>
                        <a14:backgroundMark x1="43546" y1="46250" x2="43546" y2="46250"/>
                        <a14:backgroundMark x1="55910" y1="52188" x2="55910" y2="52188"/>
                        <a14:backgroundMark x1="56091" y1="50833" x2="56091" y2="50833"/>
                        <a14:backgroundMark x1="55707" y1="52604" x2="55707" y2="52604"/>
                        <a14:backgroundMark x1="65716" y1="45313" x2="65716" y2="45313"/>
                        <a14:backgroundMark x1="65897" y1="44688" x2="65897" y2="44688"/>
                        <a14:backgroundMark x1="66055" y1="64896" x2="66055" y2="64896"/>
                        <a14:backgroundMark x1="66010" y1="64688" x2="66010" y2="64688"/>
                        <a14:backgroundMark x1="84579" y1="56771" x2="84579" y2="56771"/>
                        <a14:backgroundMark x1="84624" y1="46458" x2="84624" y2="46458"/>
                        <a14:backgroundMark x1="84511" y1="43854" x2="84511" y2="43854"/>
                        <a14:backgroundMark x1="89017" y1="43125" x2="89017" y2="43125"/>
                        <a14:backgroundMark x1="84466" y1="60938" x2="84466" y2="60938"/>
                        <a14:backgroundMark x1="79393" y1="45521" x2="79393" y2="45521"/>
                        <a14:backgroundMark x1="34035" y1="64063" x2="34035" y2="64063"/>
                        <a14:backgroundMark x1="34081" y1="63854" x2="34081" y2="63854"/>
                        <a14:backgroundMark x1="34126" y1="63229" x2="34126" y2="63229"/>
                        <a14:backgroundMark x1="45290" y1="39896" x2="45290" y2="39896"/>
                        <a14:backgroundMark x1="46716" y1="41563" x2="46716" y2="41563"/>
                        <a14:backgroundMark x1="40399" y1="66042" x2="40308" y2="6406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52172" y="1943041"/>
            <a:ext cx="4976037" cy="1081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5462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761</TotalTime>
  <Words>452</Words>
  <Application>Microsoft Office PowerPoint</Application>
  <PresentationFormat>画面に合わせる (16:9)</PresentationFormat>
  <Paragraphs>122</Paragraphs>
  <Slides>12</Slides>
  <Notes>12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6" baseType="lpstr">
      <vt:lpstr>Yu Mincho</vt:lpstr>
      <vt:lpstr>Yu Mincho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聞き耳アワーシリーズ 企画書</dc:title>
  <dc:subject>PptxGenJS Presentation</dc:subject>
  <dc:creator>QPSS</dc:creator>
  <cp:lastModifiedBy>直輝 津田</cp:lastModifiedBy>
  <cp:revision>3</cp:revision>
  <dcterms:created xsi:type="dcterms:W3CDTF">2026-02-25T16:43:08Z</dcterms:created>
  <dcterms:modified xsi:type="dcterms:W3CDTF">2026-02-28T15:07:59Z</dcterms:modified>
</cp:coreProperties>
</file>