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66" r:id="rId5"/>
    <p:sldId id="258" r:id="rId6"/>
    <p:sldId id="259" r:id="rId7"/>
    <p:sldId id="264" r:id="rId8"/>
    <p:sldId id="260" r:id="rId9"/>
    <p:sldId id="262" r:id="rId10"/>
    <p:sldId id="263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輝 津田" userId="202715ae22407d59" providerId="LiveId" clId="{AE38DC39-DE63-42B1-BFF0-B82CEA500A76}"/>
    <pc:docChg chg="undo custSel delSld modSld sldOrd">
      <pc:chgData name="直輝 津田" userId="202715ae22407d59" providerId="LiveId" clId="{AE38DC39-DE63-42B1-BFF0-B82CEA500A76}" dt="2026-03-16T09:58:52.184" v="217"/>
      <pc:docMkLst>
        <pc:docMk/>
      </pc:docMkLst>
      <pc:sldChg chg="addSp modSp mod">
        <pc:chgData name="直輝 津田" userId="202715ae22407d59" providerId="LiveId" clId="{AE38DC39-DE63-42B1-BFF0-B82CEA500A76}" dt="2026-02-28T05:37:07.020" v="13" actId="1076"/>
        <pc:sldMkLst>
          <pc:docMk/>
          <pc:sldMk cId="0" sldId="256"/>
        </pc:sldMkLst>
        <pc:spChg chg="mod">
          <ac:chgData name="直輝 津田" userId="202715ae22407d59" providerId="LiveId" clId="{AE38DC39-DE63-42B1-BFF0-B82CEA500A76}" dt="2026-02-28T05:36:46.431" v="9" actId="20577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直輝 津田" userId="202715ae22407d59" providerId="LiveId" clId="{AE38DC39-DE63-42B1-BFF0-B82CEA500A76}" dt="2026-02-28T05:37:07.020" v="13" actId="1076"/>
          <ac:picMkLst>
            <pc:docMk/>
            <pc:sldMk cId="0" sldId="256"/>
            <ac:picMk id="4" creationId="{A5578B1E-9D12-06AA-4450-9F904AFE8B29}"/>
          </ac:picMkLst>
        </pc:picChg>
      </pc:sldChg>
      <pc:sldChg chg="modSp mod">
        <pc:chgData name="直輝 津田" userId="202715ae22407d59" providerId="LiveId" clId="{AE38DC39-DE63-42B1-BFF0-B82CEA500A76}" dt="2026-02-28T05:41:00.250" v="55" actId="14100"/>
        <pc:sldMkLst>
          <pc:docMk/>
          <pc:sldMk cId="0" sldId="259"/>
        </pc:sldMkLst>
        <pc:spChg chg="mod">
          <ac:chgData name="直輝 津田" userId="202715ae22407d59" providerId="LiveId" clId="{AE38DC39-DE63-42B1-BFF0-B82CEA500A76}" dt="2026-02-28T05:41:00.250" v="55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3-16T09:15:32.527" v="193" actId="6549"/>
        <pc:sldMkLst>
          <pc:docMk/>
          <pc:sldMk cId="0" sldId="260"/>
        </pc:sldMkLst>
        <pc:spChg chg="mod">
          <ac:chgData name="直輝 津田" userId="202715ae22407d59" providerId="LiveId" clId="{AE38DC39-DE63-42B1-BFF0-B82CEA500A76}" dt="2026-03-16T09:15:32.527" v="193" actId="6549"/>
          <ac:spMkLst>
            <pc:docMk/>
            <pc:sldMk cId="0" sldId="260"/>
            <ac:spMk id="6" creationId="{00000000-0000-0000-0000-000000000000}"/>
          </ac:spMkLst>
        </pc:spChg>
      </pc:sldChg>
      <pc:sldChg chg="del">
        <pc:chgData name="直輝 津田" userId="202715ae22407d59" providerId="LiveId" clId="{AE38DC39-DE63-42B1-BFF0-B82CEA500A76}" dt="2026-03-16T09:15:46.823" v="194" actId="47"/>
        <pc:sldMkLst>
          <pc:docMk/>
          <pc:sldMk cId="0" sldId="261"/>
        </pc:sldMkLst>
      </pc:sldChg>
      <pc:sldChg chg="modSp mod">
        <pc:chgData name="直輝 津田" userId="202715ae22407d59" providerId="LiveId" clId="{AE38DC39-DE63-42B1-BFF0-B82CEA500A76}" dt="2026-03-16T09:15:52.671" v="195" actId="20577"/>
        <pc:sldMkLst>
          <pc:docMk/>
          <pc:sldMk cId="0" sldId="262"/>
        </pc:sldMkLst>
        <pc:spChg chg="mod">
          <ac:chgData name="直輝 津田" userId="202715ae22407d59" providerId="LiveId" clId="{AE38DC39-DE63-42B1-BFF0-B82CEA500A76}" dt="2026-03-16T09:15:52.671" v="19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46.630" v="102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52.644" v="10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7:51.977" v="192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直輝 津田" userId="202715ae22407d59" providerId="LiveId" clId="{AE38DC39-DE63-42B1-BFF0-B82CEA500A76}" dt="2026-02-28T06:25:31.708" v="118" actId="1076"/>
          <ac:picMkLst>
            <pc:docMk/>
            <pc:sldMk cId="0" sldId="262"/>
            <ac:picMk id="9" creationId="{F5D16F15-CF7E-1103-7CF0-BCDFAB769502}"/>
          </ac:picMkLst>
        </pc:picChg>
      </pc:sldChg>
      <pc:sldChg chg="delSp modSp mod">
        <pc:chgData name="直輝 津田" userId="202715ae22407d59" providerId="LiveId" clId="{AE38DC39-DE63-42B1-BFF0-B82CEA500A76}" dt="2026-03-16T09:17:25.079" v="215" actId="1076"/>
        <pc:sldMkLst>
          <pc:docMk/>
          <pc:sldMk cId="0" sldId="263"/>
        </pc:sldMkLst>
        <pc:spChg chg="mod">
          <ac:chgData name="直輝 津田" userId="202715ae22407d59" providerId="LiveId" clId="{AE38DC39-DE63-42B1-BFF0-B82CEA500A76}" dt="2026-03-16T09:16:25.173" v="20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直輝 津田" userId="202715ae22407d59" providerId="LiveId" clId="{AE38DC39-DE63-42B1-BFF0-B82CEA500A76}" dt="2026-03-16T09:17:25.079" v="215" actId="1076"/>
          <ac:spMkLst>
            <pc:docMk/>
            <pc:sldMk cId="0" sldId="263"/>
            <ac:spMk id="11" creationId="{00000000-0000-0000-0000-000000000000}"/>
          </ac:spMkLst>
        </pc:spChg>
        <pc:picChg chg="del">
          <ac:chgData name="直輝 津田" userId="202715ae22407d59" providerId="LiveId" clId="{AE38DC39-DE63-42B1-BFF0-B82CEA500A76}" dt="2026-03-16T09:16:07.592" v="196" actId="478"/>
          <ac:picMkLst>
            <pc:docMk/>
            <pc:sldMk cId="0" sldId="263"/>
            <ac:picMk id="15" creationId="{12186A3A-24ED-5335-C960-412A83BCC24E}"/>
          </ac:picMkLst>
        </pc:picChg>
      </pc:sldChg>
      <pc:sldChg chg="modSp mod">
        <pc:chgData name="直輝 津田" userId="202715ae22407d59" providerId="LiveId" clId="{AE38DC39-DE63-42B1-BFF0-B82CEA500A76}" dt="2026-02-28T05:41:34.494" v="74" actId="14100"/>
        <pc:sldMkLst>
          <pc:docMk/>
          <pc:sldMk cId="0" sldId="264"/>
        </pc:sldMkLst>
        <pc:spChg chg="mod">
          <ac:chgData name="直輝 津田" userId="202715ae22407d59" providerId="LiveId" clId="{AE38DC39-DE63-42B1-BFF0-B82CEA500A76}" dt="2026-02-28T05:41:30.922" v="73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5:41:34.494" v="74" actId="14100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2-28T15:04:42.401" v="183" actId="6549"/>
        <pc:sldMkLst>
          <pc:docMk/>
          <pc:sldMk cId="0" sldId="265"/>
        </pc:sldMkLst>
        <pc:spChg chg="mod">
          <ac:chgData name="直輝 津田" userId="202715ae22407d59" providerId="LiveId" clId="{AE38DC39-DE63-42B1-BFF0-B82CEA500A76}" dt="2026-02-28T15:04:12.836" v="17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27.354" v="18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04.926" v="175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42.401" v="183" actId="6549"/>
          <ac:spMkLst>
            <pc:docMk/>
            <pc:sldMk cId="0" sldId="265"/>
            <ac:spMk id="12" creationId="{00000000-0000-0000-0000-000000000000}"/>
          </ac:spMkLst>
        </pc:spChg>
        <pc:graphicFrameChg chg="mod modGraphic">
          <ac:chgData name="直輝 津田" userId="202715ae22407d59" providerId="LiveId" clId="{AE38DC39-DE63-42B1-BFF0-B82CEA500A76}" dt="2026-02-28T15:04:35.008" v="182" actId="1076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直輝 津田" userId="202715ae22407d59" providerId="LiveId" clId="{AE38DC39-DE63-42B1-BFF0-B82CEA500A76}" dt="2026-02-28T06:21:23.344" v="92" actId="20577"/>
        <pc:sldMkLst>
          <pc:docMk/>
          <pc:sldMk cId="2736890004" sldId="266"/>
        </pc:sldMkLst>
        <pc:spChg chg="mod">
          <ac:chgData name="直輝 津田" userId="202715ae22407d59" providerId="LiveId" clId="{AE38DC39-DE63-42B1-BFF0-B82CEA500A76}" dt="2026-02-28T06:19:51.189" v="84" actId="207"/>
          <ac:spMkLst>
            <pc:docMk/>
            <pc:sldMk cId="2736890004" sldId="266"/>
            <ac:spMk id="5" creationId="{FBE7C8A8-D470-1DCE-549D-7ED7C170C12D}"/>
          </ac:spMkLst>
        </pc:spChg>
        <pc:spChg chg="mod">
          <ac:chgData name="直輝 津田" userId="202715ae22407d59" providerId="LiveId" clId="{AE38DC39-DE63-42B1-BFF0-B82CEA500A76}" dt="2026-02-28T06:21:23.344" v="92" actId="20577"/>
          <ac:spMkLst>
            <pc:docMk/>
            <pc:sldMk cId="2736890004" sldId="266"/>
            <ac:spMk id="6" creationId="{5D4B46A1-67FB-14B6-E040-3BD651AADE42}"/>
          </ac:spMkLst>
        </pc:spChg>
      </pc:sldChg>
      <pc:sldChg chg="ord">
        <pc:chgData name="直輝 津田" userId="202715ae22407d59" providerId="LiveId" clId="{AE38DC39-DE63-42B1-BFF0-B82CEA500A76}" dt="2026-03-16T09:58:52.184" v="217"/>
        <pc:sldMkLst>
          <pc:docMk/>
          <pc:sldMk cId="0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読書状況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28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10-4EF1-8CEE-82AB1FACB160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10-4EF1-8CEE-82AB1FACB1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10-4EF1-8CEE-82AB1FACB1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10-4EF1-8CEE-82AB1FACB1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読まない</c:v>
                </c:pt>
                <c:pt idx="1">
                  <c:v>読む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62.6</c:v>
                </c:pt>
                <c:pt idx="1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10-4EF1-8CEE-82AB1FACB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2021年</c:v>
                </c:pt>
                <c:pt idx="2">
                  <c:v>2022年</c:v>
                </c:pt>
                <c:pt idx="3">
                  <c:v>2023年</c:v>
                </c:pt>
                <c:pt idx="4">
                  <c:v>2024年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14.4</c:v>
                </c:pt>
                <c:pt idx="2">
                  <c:v>15.7</c:v>
                </c:pt>
                <c:pt idx="3">
                  <c:v>16.8</c:v>
                </c:pt>
                <c:pt idx="4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3-4DC9-A219-D7E5881CB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7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8CF8-93AA-20F9-2133-6902BD5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E5F2B-0506-1E9D-D878-0F066624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C1FFA-C7E7-9E57-824B-7691397F9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FAC6B-BCA7-07A6-4B0A-0D5C07D43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695A-A5BB-6B90-584B-C0602B10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4D617-4A93-5A9B-0E05-304E8063A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CCC23-2749-4CA0-B314-3CAF566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7688-D7E2-984F-15D8-0970B7290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obo-pic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直木賞作家・姫野カオルコプロデュース</a:t>
            </a: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</a:t>
            </a:r>
            <a:endParaRPr lang="en-US" sz="5400" dirty="0"/>
          </a:p>
        </p:txBody>
      </p:sp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5578B1E-9D12-06AA-4450-9F904AFE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5468" y="4225791"/>
            <a:ext cx="3053063" cy="663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03990" y="2037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演劇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221126" y="2571750"/>
            <a:ext cx="350874" cy="4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altLang="ja-JP" sz="3600" b="1" dirty="0"/>
              <a:t>×</a:t>
            </a:r>
            <a:endParaRPr lang="en-US" sz="3600" b="1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F7147BF-0F83-F1B1-3234-604585145603}"/>
              </a:ext>
            </a:extLst>
          </p:cNvPr>
          <p:cNvSpPr/>
          <p:nvPr/>
        </p:nvSpPr>
        <p:spPr>
          <a:xfrm>
            <a:off x="-175437" y="117029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ただの「朗読劇」ではない演劇スタイル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BECFD37-26FC-960E-9BBE-BDC7CAE12251}"/>
              </a:ext>
            </a:extLst>
          </p:cNvPr>
          <p:cNvSpPr/>
          <p:nvPr/>
        </p:nvSpPr>
        <p:spPr>
          <a:xfrm>
            <a:off x="5217045" y="2058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朗読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Top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" name="Label Top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　</a:t>
            </a:r>
            <a:r>
              <a:rPr lang="ja-JP" altLang="en-US" sz="2800" b="1" dirty="0">
                <a:solidFill>
                  <a:srgbClr val="F9E79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第1弾　決定！</a:t>
            </a:r>
          </a:p>
        </p:txBody>
      </p:sp>
      <p:sp>
        <p:nvSpPr>
          <p:cNvPr id="4" name="AccentLine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WorkTitle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56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『エンドレス・ラブ』</a:t>
            </a:r>
          </a:p>
        </p:txBody>
      </p:sp>
      <p:sp>
        <p:nvSpPr>
          <p:cNvPr id="6" name="SubInfo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原作：姫野カオルコ（徳間書店刊）　／　出演：ラジカル鈴木　／　舞台・公演時期：決定済み</a:t>
            </a:r>
          </a:p>
        </p:txBody>
      </p:sp>
      <p:sp>
        <p:nvSpPr>
          <p:cNvPr id="7" name="DivLine"/>
          <p:cNvSpPr/>
          <p:nvPr/>
        </p:nvSpPr>
        <p:spPr>
          <a:xfrm>
            <a:off x="457200" y="266892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ynopsisLabel"/>
          <p:cNvSpPr/>
          <p:nvPr/>
        </p:nvSpPr>
        <p:spPr>
          <a:xfrm>
            <a:off x="457200" y="2731200"/>
            <a:ext cx="9144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あらすじ</a:t>
            </a:r>
          </a:p>
        </p:txBody>
      </p:sp>
      <p:sp>
        <p:nvSpPr>
          <p:cNvPr id="9" name="SynopsisText"/>
          <p:cNvSpPr/>
          <p:nvPr/>
        </p:nvSpPr>
        <p:spPr>
          <a:xfrm>
            <a:off x="457200" y="3131040"/>
            <a:ext cx="8229600" cy="196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ja-JP" altLang="en-US" sz="14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舞台は昭和のある夜のアパートの一室。主人公の男は、壁に開いた7mmの小さな穴から隣室を覗くことを日課としている。その夜、隣室の女・菜穂子が見知らぬ男と性的な行為に及ぶ場面を目撃した彼は、手元の文学テキストを「朗読」しながら、嫌悪と興奮とが入り混じる複雑な感情を独白する。「清廉」であることへの強烈な矜持と、情欲の狭間で揺れ動く男の心理が、文学的な言葉と赤裸々な告白によって浮かび上がる。姫野カオルコの問題作を、ラジオ的演劇空間で真正面から立体化した一人芝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7364-4476-7FD4-03BA-D468082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98EE5B-FE6B-BED6-B73C-1748B4052A8C}"/>
              </a:ext>
            </a:extLst>
          </p:cNvPr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１．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シリーズコンセプト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B4709-FFEB-6B62-CA1C-2A6A21BCBD0F}"/>
              </a:ext>
            </a:extLst>
          </p:cNvPr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8AE8A-BAD6-F82F-1E97-356ED19D1C68}"/>
              </a:ext>
            </a:extLst>
          </p:cNvPr>
          <p:cNvSpPr/>
          <p:nvPr/>
        </p:nvSpPr>
        <p:spPr>
          <a:xfrm>
            <a:off x="1270590" y="1417320"/>
            <a:ext cx="66028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文学を「読む」から「劇場で聴く」へ。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E7C8A8-D470-1DCE-549D-7ED7C170C12D}"/>
              </a:ext>
            </a:extLst>
          </p:cNvPr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/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直木賞作家・姫野カオルコが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/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耳で読む文学」を厳選チョイス＆完全プロデュース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B46A1-67FB-14B6-E040-3BD651AADE42}"/>
              </a:ext>
            </a:extLst>
          </p:cNvPr>
          <p:cNvSpPr/>
          <p:nvPr/>
        </p:nvSpPr>
        <p:spPr>
          <a:xfrm>
            <a:off x="457200" y="3108960"/>
            <a:ext cx="8229600" cy="174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新しい文学体験型朗読劇シリーズです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選び抜かれた珠玉の物語を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劇場という空間で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声・音・映像とともにQPSSが立体化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ライブ体験を起点とし、ポッドキャスト・音声配信へと展開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耳から出会う文学」を日常へ届けます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689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２．企画意図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80975" y="1220086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2400" b="1" dirty="0" err="1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耳からはじまる文学体験」を劇場で創出させたい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7703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活字離れの現状（1か月に本を1</a:t>
            </a: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冊も読まない割合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）</a:t>
            </a:r>
            <a:endParaRPr lang="en-US"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21258088"/>
              </p:ext>
            </p:extLst>
          </p:nvPr>
        </p:nvGraphicFramePr>
        <p:xfrm>
          <a:off x="457200" y="228600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出典：文化庁『国語に関する世論調査（令和5年度）』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国内ポッドキャスト月間利用率の推移</a:t>
            </a:r>
            <a:endParaRPr lang="en-US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9148168"/>
              </p:ext>
            </p:extLst>
          </p:nvPr>
        </p:nvGraphicFramePr>
        <p:xfrm>
          <a:off x="4572000" y="22860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出典：株式会社オトナル・株式会社朝日新聞社『ポッドキャスト国内利用実態調査』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1828800" y="22860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C5283D"/>
            </a:solidFill>
            <a:prstDash val="solid"/>
          </a:ln>
          <a:effectLst>
            <a:outerShdw blurRad="635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活字離れが進む一方で、「聴く時間はある」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そんな現代人の生活リズムへ。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３．作品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97712" y="1142294"/>
            <a:ext cx="87824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少し怖くて、少し可笑しくて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ja-JP" alt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少し淫らで</a:t>
            </a:r>
            <a:r>
              <a:rPr lang="en-US" altLang="ja-JP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なぜか心に残る物語たち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713" y="2103120"/>
            <a:ext cx="3926957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97713" y="2148841"/>
            <a:ext cx="3926957" cy="2240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怪談、幻想譚、純文学、珠玉の短編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ジャンルを横断しながら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耳で聴くとより深く沁みる作品を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姫野カオルコが選書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公演ごとに、違う世界へ迷い込むような感覚へいざなう連作型朗読劇シリーズ</a:t>
            </a: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9980" y="2103120"/>
            <a:ext cx="4476307" cy="22860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451497" y="2194560"/>
            <a:ext cx="4628707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音楽・環境音による没入感ある演出の中、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実力派キャストが朗読。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ポッドキャスト等の「耳だけ」とは異なる、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劇場空間ならではの【ライブ体験</a:t>
            </a: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】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４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．ターゲット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93628" y="1188720"/>
            <a:ext cx="70493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活字から離れていた新規層にも多角的にアプローチします。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文学・小説ファン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「姫野カオルコ氏の選書・監修」でアピール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若年層・カルチャー層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「2.5次元キャストの起用」でアピール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4572000" cy="164095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3291839"/>
            <a:ext cx="4206240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その他の周辺ターゲット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ポッドキャストリスナ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ミステリ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ー／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怪談好き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官能好き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舞台・朗読劇ファン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５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2260" y="1650876"/>
            <a:ext cx="8229600" cy="33820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175052" y="1871503"/>
            <a:ext cx="524326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本シリーズでは以下を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担う。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altLang="ja-JP" sz="14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作品選定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世界観監修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文学的クオリティ統括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単なる朗読劇ではなく、作家と一緒になって届ける</a:t>
            </a:r>
            <a:endParaRPr lang="en-US" sz="1400" b="1" dirty="0">
              <a:solidFill>
                <a:srgbClr val="C5283D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文学レーベルとして展開します</a:t>
            </a: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60007F-BBC8-3FE7-CBD4-E64F4E41F3D0}"/>
              </a:ext>
            </a:extLst>
          </p:cNvPr>
          <p:cNvSpPr/>
          <p:nvPr/>
        </p:nvSpPr>
        <p:spPr>
          <a:xfrm>
            <a:off x="801629" y="1087979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直木賞作家「姫野カオルコ」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8" name="図 7" descr="メガネをかけ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C8E62C0D-977F-3793-7B96-7E809C0D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9" y="1871503"/>
            <a:ext cx="2257897" cy="2861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製作</a:t>
            </a:r>
            <a:r>
              <a:rPr lang="en-US" altLang="ja-JP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Pictures  / 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制作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349795" y="1033315"/>
            <a:ext cx="6049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 PICTURES Screenwriters Studio（QPSS）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359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「物語の力で世界を動かす」知的生産工房。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3041" y="2363090"/>
            <a:ext cx="5245396" cy="2599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/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映画・ドラマの企画開発から、ゲーム、企業キャラクター開発まで、構成力と創造性であらゆる物語を設計・構築するクリエイティブ集団です。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圧倒的没入感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  <a:endParaRPr 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QPSS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脚本家チームが</a:t>
            </a:r>
            <a:r>
              <a:rPr lang="ja-JP" altLang="en-US" dirty="0">
                <a:latin typeface="游明朝" panose="02020400000000000000" pitchFamily="18" charset="-128"/>
                <a:ea typeface="游明朝" panose="02020400000000000000" pitchFamily="18" charset="-128"/>
              </a:rPr>
              <a:t>創る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耳で聴く演劇舞台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 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本シリーズでは、QPSSのプロ脚本家チームが脚本構成・舞台演出設計・音響設計すべてを統括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単なる朗読ではなく、文学作品を“舞台言語”へ見事に翻訳し、上質な「耳で聴く演劇舞台」空間を創り上げます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/>
            </a:pPr>
            <a:r>
              <a:rPr u="sng" dirty="0">
                <a:latin typeface="游明朝" panose="02020400000000000000" pitchFamily="18" charset="-128"/>
                <a:ea typeface="游明朝" panose="02020400000000000000" pitchFamily="18" charset="-128"/>
                <a:hlinkClick r:id="rId3"/>
              </a:rPr>
              <a:t>http://www.quobo-pic.com</a:t>
            </a:r>
            <a:endParaRPr u="sng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9" name="図 8" descr="人, 屋外, 民衆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D16F15-CF7E-1103-7CF0-BCDFAB76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5727"/>
            <a:ext cx="3129516" cy="14742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FAC237F-41F4-E3D4-A591-42675E0860A6}"/>
              </a:ext>
            </a:extLst>
          </p:cNvPr>
          <p:cNvSpPr/>
          <p:nvPr/>
        </p:nvSpPr>
        <p:spPr>
          <a:xfrm>
            <a:off x="386316" y="1035881"/>
            <a:ext cx="18288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r>
              <a:rPr lang="ja-JP" altLang="en-US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とは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７．メディア展開 ＆ キャラクター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954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本公演は単発イベントではなく、継続的なシリーズIPとして展開。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展開予定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20024"/>
            <a:ext cx="4228214" cy="1408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劇場朗読公演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ポッドキャスト配信 / 音声アーカイブ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サブスク配信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書籍コラボ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グッズ展開 / オリジナルキャラクター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2898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聴く文学ブランドとして</a:t>
            </a:r>
            <a:r>
              <a:rPr lang="en-US" altLang="ja-JP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ja-JP" altLang="en-US" sz="13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化を目指します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5283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C528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オリジナルマスコット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68294" y="2320024"/>
            <a:ext cx="4448168" cy="1988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」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を象ったキャラクタ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を制作予定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グッズ化やキャラクタービジネスでも展開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の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定着と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愛着を醸成します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８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．実施概要 ＆ 公演予定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46"/>
              </p:ext>
            </p:extLst>
          </p:nvPr>
        </p:nvGraphicFramePr>
        <p:xfrm>
          <a:off x="457200" y="2046592"/>
          <a:ext cx="8229600" cy="2133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期間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３日間を予定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上演時間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約90分（トークショー込み）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ステージ数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5-6回公演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キャスト数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2〜3名（2.5次元俳優の起用を想定）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会場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小規模劇場（50-100席想定）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チケット代金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5000円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前後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将来展望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シリーズ化／定期開催（※詳細は調整可能）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9579"/>
            <a:ext cx="8229600" cy="748179"/>
          </a:xfrm>
          <a:prstGeom prst="rect">
            <a:avLst/>
          </a:prstGeom>
          <a:solidFill>
            <a:srgbClr val="F8FAFC"/>
          </a:solidFill>
          <a:ln w="254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265814" y="4305832"/>
            <a:ext cx="84954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今後の公演予定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62534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 eaLnBrk="1" latinLnBrk="0" hangingPunct="1">
              <a:buNone/>
            </a:pP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第２弾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X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博士」</a:t>
            </a:r>
            <a:r>
              <a:rPr lang="en-US" altLang="ja-JP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第３弾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「探偵物語」</a:t>
            </a:r>
            <a:endParaRPr lang="zh-TW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71600" y="1068218"/>
            <a:ext cx="6400800" cy="9144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★ 第1弾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公演</a:t>
            </a: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エンドレス・ラブ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</a:t>
            </a:r>
            <a:r>
              <a:rPr lang="zh-TW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（徳間書店） </a:t>
            </a:r>
            <a:endParaRPr lang="en-US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11月または12月想定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B6A2-60FA-5CC0-A4B4-0AC9E7C1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04B2EB9-21E9-4414-B7DF-A5E3E9176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2172" y="1943041"/>
            <a:ext cx="4976037" cy="10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4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576</Words>
  <Application>Microsoft Office PowerPoint</Application>
  <PresentationFormat>画面に合わせる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Yu Mincho</vt:lpstr>
      <vt:lpstr>Yu Mincho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聞き耳アワーシリーズ 企画書</dc:title>
  <dc:subject>PptxGenJS Presentation</dc:subject>
  <dc:creator>QPSS</dc:creator>
  <cp:lastModifiedBy>直輝 津田</cp:lastModifiedBy>
  <cp:revision>3</cp:revision>
  <dcterms:created xsi:type="dcterms:W3CDTF">2026-02-25T16:43:08Z</dcterms:created>
  <dcterms:modified xsi:type="dcterms:W3CDTF">2026-03-16T09:58:53Z</dcterms:modified>
</cp:coreProperties>
</file>